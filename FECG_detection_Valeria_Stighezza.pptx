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24"/>
  </p:notesMasterIdLst>
  <p:handoutMasterIdLst>
    <p:handoutMasterId r:id="rId25"/>
  </p:handoutMasterIdLst>
  <p:sldIdLst>
    <p:sldId id="256" r:id="rId5"/>
    <p:sldId id="276" r:id="rId6"/>
    <p:sldId id="260" r:id="rId7"/>
    <p:sldId id="277" r:id="rId8"/>
    <p:sldId id="258" r:id="rId9"/>
    <p:sldId id="279" r:id="rId10"/>
    <p:sldId id="284" r:id="rId11"/>
    <p:sldId id="286" r:id="rId12"/>
    <p:sldId id="287" r:id="rId13"/>
    <p:sldId id="285" r:id="rId14"/>
    <p:sldId id="282" r:id="rId15"/>
    <p:sldId id="288" r:id="rId16"/>
    <p:sldId id="281" r:id="rId17"/>
    <p:sldId id="289" r:id="rId18"/>
    <p:sldId id="278" r:id="rId19"/>
    <p:sldId id="275" r:id="rId20"/>
    <p:sldId id="283" r:id="rId21"/>
    <p:sldId id="264" r:id="rId22"/>
    <p:sldId id="274" r:id="rId23"/>
  </p:sldIdLst>
  <p:sldSz cx="12192000" cy="6858000"/>
  <p:notesSz cx="6858000" cy="9144000"/>
  <p:defaultTextStyle>
    <a:defPPr rtl="0">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5033" autoAdjust="0"/>
  </p:normalViewPr>
  <p:slideViewPr>
    <p:cSldViewPr snapToGrid="0" snapToObjects="1">
      <p:cViewPr varScale="1">
        <p:scale>
          <a:sx n="79" d="100"/>
          <a:sy n="79" d="100"/>
        </p:scale>
        <p:origin x="1003" y="77"/>
      </p:cViewPr>
      <p:guideLst>
        <p:guide orient="horz" pos="2160"/>
        <p:guide pos="3840"/>
      </p:guideLst>
    </p:cSldViewPr>
  </p:slideViewPr>
  <p:notesTextViewPr>
    <p:cViewPr>
      <p:scale>
        <a:sx n="1" d="1"/>
        <a:sy n="1" d="1"/>
      </p:scale>
      <p:origin x="0" y="0"/>
    </p:cViewPr>
  </p:notesTextViewPr>
  <p:notesViewPr>
    <p:cSldViewPr snapToGrid="0" snapToObjects="1">
      <p:cViewPr varScale="1">
        <p:scale>
          <a:sx n="99" d="100"/>
          <a:sy n="99" d="100"/>
        </p:scale>
        <p:origin x="28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ofPieChart>
        <c:ofPieType val="pie"/>
        <c:varyColors val="1"/>
        <c:dLbls>
          <c:showLegendKey val="0"/>
          <c:showVal val="0"/>
          <c:showCatName val="0"/>
          <c:showSerName val="0"/>
          <c:showPercent val="0"/>
          <c:showBubbleSize val="0"/>
          <c:showLeaderLines val="0"/>
        </c:dLbls>
        <c:gapWidth val="100"/>
        <c:secondPieSize val="75"/>
        <c:serLines>
          <c:spPr>
            <a:ln w="635" cap="flat" cmpd="sng" algn="ctr">
              <a:solidFill>
                <a:schemeClr val="tx1">
                  <a:alpha val="50000"/>
                </a:schemeClr>
              </a:solidFill>
              <a:round/>
            </a:ln>
            <a:effectLst/>
          </c:spPr>
        </c:serLines>
      </c:ofPieChart>
      <c:spPr>
        <a:noFill/>
        <a:ln>
          <a:noFill/>
        </a:ln>
        <a:effectLst/>
      </c:spPr>
    </c:plotArea>
    <c:legend>
      <c:legendPos val="r"/>
      <c:layout>
        <c:manualLayout>
          <c:xMode val="edge"/>
          <c:yMode val="edge"/>
          <c:x val="0.83724402046109014"/>
          <c:y val="0.28306539071289344"/>
          <c:w val="0.16275597953890988"/>
          <c:h val="0.40024637897975207"/>
        </c:manualLayout>
      </c:layout>
      <c:overlay val="0"/>
      <c:spPr>
        <a:noFill/>
        <a:ln>
          <a:noFill/>
        </a:ln>
        <a:effectLst/>
      </c:spPr>
      <c:txPr>
        <a:bodyPr rot="0" spcFirstLastPara="1" vertOverflow="ellipsis" vert="horz" wrap="square" anchor="ctr" anchorCtr="1"/>
        <a:lstStyle/>
        <a:p>
          <a:pPr>
            <a:defRPr lang="it-IT" sz="1800" b="0" i="0" u="none" strike="noStrike" kern="1200" baseline="0" noProof="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Usi della realtà virtuale</c:v>
                </c:pt>
              </c:strCache>
            </c:strRef>
          </c:tx>
          <c:explosion val="13"/>
          <c:dPt>
            <c:idx val="0"/>
            <c:bubble3D val="0"/>
            <c:explosion val="0"/>
            <c:spPr>
              <a:gradFill rotWithShape="1">
                <a:gsLst>
                  <a:gs pos="0">
                    <a:schemeClr val="accent1">
                      <a:tint val="98000"/>
                      <a:lumMod val="100000"/>
                    </a:schemeClr>
                  </a:gs>
                  <a:gs pos="100000">
                    <a:schemeClr val="accent1">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1-D08D-40C0-8B5F-39AFF9B0DD40}"/>
              </c:ext>
            </c:extLst>
          </c:dPt>
          <c:dPt>
            <c:idx val="1"/>
            <c:bubble3D val="0"/>
            <c:spPr>
              <a:gradFill rotWithShape="1">
                <a:gsLst>
                  <a:gs pos="0">
                    <a:schemeClr val="accent3">
                      <a:tint val="98000"/>
                      <a:lumMod val="100000"/>
                    </a:schemeClr>
                  </a:gs>
                  <a:gs pos="100000">
                    <a:schemeClr val="accent3">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3-D08D-40C0-8B5F-39AFF9B0DD40}"/>
              </c:ext>
            </c:extLst>
          </c:dPt>
          <c:dPt>
            <c:idx val="2"/>
            <c:bubble3D val="0"/>
            <c:spPr>
              <a:gradFill rotWithShape="1">
                <a:gsLst>
                  <a:gs pos="0">
                    <a:schemeClr val="accent5">
                      <a:tint val="98000"/>
                      <a:lumMod val="100000"/>
                    </a:schemeClr>
                  </a:gs>
                  <a:gs pos="100000">
                    <a:schemeClr val="accent5">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5-D08D-40C0-8B5F-39AFF9B0DD40}"/>
              </c:ext>
            </c:extLst>
          </c:dPt>
          <c:dPt>
            <c:idx val="3"/>
            <c:bubble3D val="0"/>
            <c:spPr>
              <a:gradFill rotWithShape="1">
                <a:gsLst>
                  <a:gs pos="0">
                    <a:schemeClr val="accent1">
                      <a:lumMod val="60000"/>
                      <a:tint val="98000"/>
                      <a:lumMod val="100000"/>
                    </a:schemeClr>
                  </a:gs>
                  <a:gs pos="100000">
                    <a:schemeClr val="accent1">
                      <a:lumMod val="60000"/>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7-D08D-40C0-8B5F-39AFF9B0DD40}"/>
              </c:ext>
            </c:extLst>
          </c:dPt>
          <c:dPt>
            <c:idx val="4"/>
            <c:bubble3D val="0"/>
            <c:spPr>
              <a:gradFill rotWithShape="1">
                <a:gsLst>
                  <a:gs pos="0">
                    <a:schemeClr val="accent3">
                      <a:lumMod val="60000"/>
                      <a:tint val="98000"/>
                      <a:lumMod val="100000"/>
                    </a:schemeClr>
                  </a:gs>
                  <a:gs pos="100000">
                    <a:schemeClr val="accent3">
                      <a:lumMod val="60000"/>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9-D08D-40C0-8B5F-39AFF9B0DD40}"/>
              </c:ext>
            </c:extLst>
          </c:dPt>
          <c:dLbls>
            <c:dLbl>
              <c:idx val="4"/>
              <c:delete val="1"/>
              <c:extLst>
                <c:ext xmlns:c15="http://schemas.microsoft.com/office/drawing/2012/chart" uri="{CE6537A1-D6FC-4f65-9D91-7224C49458BB}"/>
                <c:ext xmlns:c16="http://schemas.microsoft.com/office/drawing/2014/chart" uri="{C3380CC4-5D6E-409C-BE32-E72D297353CC}">
                  <c16:uniqueId val="{00000009-D08D-40C0-8B5F-39AFF9B0DD40}"/>
                </c:ext>
              </c:extLst>
            </c:dLbl>
            <c:spPr>
              <a:noFill/>
              <a:ln>
                <a:noFill/>
              </a:ln>
              <a:effectLst/>
            </c:spPr>
            <c:txPr>
              <a:bodyPr rot="0" spcFirstLastPara="1" vertOverflow="ellipsis" vert="horz" wrap="square" anchor="ctr" anchorCtr="1"/>
              <a:lstStyle/>
              <a:p>
                <a:pPr>
                  <a:defRPr sz="2000" b="0" i="0" u="none" strike="noStrike" kern="1200" baseline="0">
                    <a:solidFill>
                      <a:schemeClr val="tx2"/>
                    </a:solidFill>
                    <a:effectLst>
                      <a:outerShdw blurRad="50800" dist="50800" dir="5400000" sx="1000" sy="1000" algn="ctr" rotWithShape="0">
                        <a:srgbClr val="000000">
                          <a:alpha val="43137"/>
                        </a:srgbClr>
                      </a:outerShdw>
                    </a:effectLst>
                    <a:latin typeface="+mn-lt"/>
                    <a:ea typeface="+mn-ea"/>
                    <a:cs typeface="+mn-cs"/>
                  </a:defRPr>
                </a:pPr>
                <a:endParaRPr lang="it-IT"/>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2"/>
                <c:pt idx="0">
                  <c:v>Failure</c:v>
                </c:pt>
                <c:pt idx="1">
                  <c:v>Success</c:v>
                </c:pt>
              </c:strCache>
            </c:strRef>
          </c:cat>
          <c:val>
            <c:numRef>
              <c:f>Sheet1!$B$2:$B$5</c:f>
              <c:numCache>
                <c:formatCode>General</c:formatCode>
                <c:ptCount val="4"/>
                <c:pt idx="0">
                  <c:v>28</c:v>
                </c:pt>
                <c:pt idx="1">
                  <c:v>72</c:v>
                </c:pt>
              </c:numCache>
            </c:numRef>
          </c:val>
          <c:extLst>
            <c:ext xmlns:c16="http://schemas.microsoft.com/office/drawing/2014/chart" uri="{C3380CC4-5D6E-409C-BE32-E72D297353CC}">
              <c16:uniqueId val="{00000000-19ED-47D8-93E1-999E2EC5A810}"/>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2400" b="0" i="0" u="none" strike="noStrike" kern="1200" baseline="0">
                <a:solidFill>
                  <a:schemeClr val="tx2"/>
                </a:solidFill>
                <a:effectLst>
                  <a:outerShdw blurRad="50800" dist="50800" dir="5400000" sx="1000" sy="1000" algn="ctr" rotWithShape="0">
                    <a:srgbClr val="000000">
                      <a:alpha val="43137"/>
                    </a:srgbClr>
                  </a:outerShdw>
                </a:effectLst>
                <a:latin typeface="+mn-lt"/>
                <a:ea typeface="+mn-ea"/>
                <a:cs typeface="+mn-cs"/>
              </a:defRPr>
            </a:pPr>
            <a:endParaRPr lang="it-IT"/>
          </a:p>
        </c:txPr>
      </c:legendEntry>
      <c:legendEntry>
        <c:idx val="1"/>
        <c:txPr>
          <a:bodyPr rot="0" spcFirstLastPara="1" vertOverflow="ellipsis" vert="horz" wrap="square" anchor="ctr" anchorCtr="1"/>
          <a:lstStyle/>
          <a:p>
            <a:pPr>
              <a:defRPr sz="2400" b="0" i="0" u="none" strike="noStrike" kern="1200" baseline="0">
                <a:solidFill>
                  <a:schemeClr val="tx2"/>
                </a:solidFill>
                <a:effectLst>
                  <a:outerShdw blurRad="50800" dist="50800" dir="5400000" sx="1000" sy="1000" algn="ctr" rotWithShape="0">
                    <a:srgbClr val="000000">
                      <a:alpha val="43137"/>
                    </a:srgbClr>
                  </a:outerShdw>
                </a:effectLst>
                <a:latin typeface="+mn-lt"/>
                <a:ea typeface="+mn-ea"/>
                <a:cs typeface="+mn-cs"/>
              </a:defRPr>
            </a:pPr>
            <a:endParaRPr lang="it-IT"/>
          </a:p>
        </c:txPr>
      </c:legendEntry>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effectLst>
                <a:outerShdw blurRad="50800" dist="50800" dir="5400000" sx="1000" sy="1000" algn="ctr" rotWithShape="0">
                  <a:srgbClr val="000000">
                    <a:alpha val="43137"/>
                  </a:srgbClr>
                </a:outerShdw>
              </a:effectLst>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2"/>
          </a:solidFill>
          <a:effectLst>
            <a:outerShdw blurRad="50800" dist="50800" dir="5400000" sx="1000" sy="1000" algn="ctr" rotWithShape="0">
              <a:srgbClr val="000000">
                <a:alpha val="43137"/>
              </a:srgbClr>
            </a:outerShdw>
          </a:effectLst>
        </a:defRPr>
      </a:pPr>
      <a:endParaRPr lang="it-I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layout>
        <c:manualLayout>
          <c:xMode val="edge"/>
          <c:yMode val="edge"/>
          <c:x val="0.77271762936238575"/>
          <c:y val="0.35748873636784706"/>
          <c:w val="0.17503277486231372"/>
          <c:h val="0.2645360506407287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effectLst>
                <a:outerShdw blurRad="50800" dist="50800" dir="5400000" sx="1000" sy="1000" algn="ctr" rotWithShape="0">
                  <a:srgbClr val="000000">
                    <a:alpha val="43137"/>
                  </a:srgbClr>
                </a:outerShdw>
              </a:effectLst>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2"/>
          </a:solidFill>
          <a:effectLst>
            <a:outerShdw blurRad="50800" dist="50800" dir="5400000" sx="1000" sy="1000" algn="ctr" rotWithShape="0">
              <a:srgbClr val="000000">
                <a:alpha val="43137"/>
              </a:srgbClr>
            </a:outerShdw>
          </a:effectLst>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915"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9A589A-46DE-0F49-B460-E7914F3E440D}" type="doc">
      <dgm:prSet loTypeId="urn:microsoft.com/office/officeart/2018/2/layout/IconCircleList" loCatId="icon" qsTypeId="urn:microsoft.com/office/officeart/2005/8/quickstyle/simple1" qsCatId="simple" csTypeId="urn:microsoft.com/office/officeart/2018/5/colors/Iconchunking_neutralicon_accent3_2" csCatId="accent3" phldr="1"/>
      <dgm:spPr/>
      <dgm:t>
        <a:bodyPr rtlCol="0"/>
        <a:lstStyle/>
        <a:p>
          <a:pPr rtl="0"/>
          <a:endParaRPr lang="en-US"/>
        </a:p>
      </dgm:t>
    </dgm:pt>
    <dgm:pt modelId="{E39563C5-C199-4F5B-A899-8CC0710341A0}">
      <dgm:prSet custT="1"/>
      <dgm:spPr/>
      <dgm:t>
        <a:bodyPr rtlCol="0"/>
        <a:lstStyle/>
        <a:p>
          <a:pPr>
            <a:lnSpc>
              <a:spcPct val="100000"/>
            </a:lnSpc>
          </a:pPr>
          <a:endParaRPr lang="it-IT" sz="2400" noProof="0" dirty="0"/>
        </a:p>
      </dgm:t>
    </dgm:pt>
    <dgm:pt modelId="{6531EA77-44C5-4E3D-BA04-70C1E49BCD39}" type="parTrans" cxnId="{BBAD9FDB-1013-4B11-A9AE-2815527D1B78}">
      <dgm:prSet/>
      <dgm:spPr/>
      <dgm:t>
        <a:bodyPr rtlCol="0"/>
        <a:lstStyle/>
        <a:p>
          <a:pPr rtl="0"/>
          <a:endParaRPr lang="it-IT" noProof="0" dirty="0"/>
        </a:p>
      </dgm:t>
    </dgm:pt>
    <dgm:pt modelId="{BC971DAC-9BE2-44B2-ABE4-8099C777E9C4}" type="sibTrans" cxnId="{BBAD9FDB-1013-4B11-A9AE-2815527D1B78}">
      <dgm:prSet/>
      <dgm:spPr/>
      <dgm:t>
        <a:bodyPr rtlCol="0"/>
        <a:lstStyle/>
        <a:p>
          <a:pPr>
            <a:lnSpc>
              <a:spcPct val="100000"/>
            </a:lnSpc>
          </a:pPr>
          <a:endParaRPr lang="it-IT" noProof="0" dirty="0"/>
        </a:p>
      </dgm:t>
    </dgm:pt>
    <dgm:pt modelId="{3AA5586A-C40E-4DDA-98A5-6545F36F46AB}">
      <dgm:prSet/>
      <dgm:spPr/>
      <dgm:t>
        <a:bodyPr rtlCol="0"/>
        <a:lstStyle/>
        <a:p>
          <a:pPr>
            <a:lnSpc>
              <a:spcPct val="100000"/>
            </a:lnSpc>
          </a:pPr>
          <a:endParaRPr lang="it-IT" noProof="0" dirty="0"/>
        </a:p>
      </dgm:t>
    </dgm:pt>
    <dgm:pt modelId="{ABF44FB7-9255-4D99-BC69-3BE74FDF8E87}" type="parTrans" cxnId="{119FEAF1-383D-4740-9124-CC9EEA7E35F9}">
      <dgm:prSet/>
      <dgm:spPr/>
      <dgm:t>
        <a:bodyPr rtlCol="0"/>
        <a:lstStyle/>
        <a:p>
          <a:pPr rtl="0"/>
          <a:endParaRPr lang="it-IT" noProof="0" dirty="0"/>
        </a:p>
      </dgm:t>
    </dgm:pt>
    <dgm:pt modelId="{19FB306E-81B4-4F3F-99EE-765120CBB6B3}" type="sibTrans" cxnId="{119FEAF1-383D-4740-9124-CC9EEA7E35F9}">
      <dgm:prSet/>
      <dgm:spPr/>
      <dgm:t>
        <a:bodyPr rtlCol="0"/>
        <a:lstStyle/>
        <a:p>
          <a:pPr rtl="0"/>
          <a:endParaRPr lang="it-IT" noProof="0" dirty="0"/>
        </a:p>
      </dgm:t>
    </dgm:pt>
    <dgm:pt modelId="{66039115-797B-304C-9FC0-EFABB1F21232}">
      <dgm:prSet custT="1"/>
      <dgm:spPr/>
      <dgm:t>
        <a:bodyPr rtlCol="0"/>
        <a:lstStyle/>
        <a:p>
          <a:pPr>
            <a:lnSpc>
              <a:spcPct val="100000"/>
            </a:lnSpc>
          </a:pPr>
          <a:endParaRPr lang="it-IT" sz="2400" noProof="0" dirty="0"/>
        </a:p>
      </dgm:t>
    </dgm:pt>
    <dgm:pt modelId="{D044F6BA-1D90-EC47-8A78-B9796198ECF5}" type="sibTrans" cxnId="{31C3237C-2299-B649-8C93-587C97AC9999}">
      <dgm:prSet/>
      <dgm:spPr/>
      <dgm:t>
        <a:bodyPr rtlCol="0"/>
        <a:lstStyle/>
        <a:p>
          <a:pPr>
            <a:lnSpc>
              <a:spcPct val="100000"/>
            </a:lnSpc>
          </a:pPr>
          <a:endParaRPr lang="it-IT" noProof="0" dirty="0"/>
        </a:p>
      </dgm:t>
    </dgm:pt>
    <dgm:pt modelId="{C8EABE8F-1E84-494E-AD8A-32BA419A36E9}" type="parTrans" cxnId="{31C3237C-2299-B649-8C93-587C97AC9999}">
      <dgm:prSet/>
      <dgm:spPr/>
      <dgm:t>
        <a:bodyPr rtlCol="0"/>
        <a:lstStyle/>
        <a:p>
          <a:pPr rtl="0"/>
          <a:endParaRPr lang="it-IT" noProof="0" dirty="0"/>
        </a:p>
      </dgm:t>
    </dgm:pt>
    <dgm:pt modelId="{B80C9CF3-C6BB-48D7-8AE1-5002D62D3761}" type="pres">
      <dgm:prSet presAssocID="{489A589A-46DE-0F49-B460-E7914F3E440D}" presName="root" presStyleCnt="0">
        <dgm:presLayoutVars>
          <dgm:dir/>
          <dgm:resizeHandles val="exact"/>
        </dgm:presLayoutVars>
      </dgm:prSet>
      <dgm:spPr/>
    </dgm:pt>
    <dgm:pt modelId="{326FDCF2-F375-4C3F-9814-C84BA9388F92}" type="pres">
      <dgm:prSet presAssocID="{489A589A-46DE-0F49-B460-E7914F3E440D}" presName="container" presStyleCnt="0">
        <dgm:presLayoutVars>
          <dgm:dir/>
          <dgm:resizeHandles val="exact"/>
        </dgm:presLayoutVars>
      </dgm:prSet>
      <dgm:spPr/>
    </dgm:pt>
    <dgm:pt modelId="{174069BD-8FE1-41A2-8250-6A5514FE224C}" type="pres">
      <dgm:prSet presAssocID="{66039115-797B-304C-9FC0-EFABB1F21232}" presName="compNode" presStyleCnt="0"/>
      <dgm:spPr/>
    </dgm:pt>
    <dgm:pt modelId="{5E340066-1B2E-4C4E-80A2-97E86ABFA479}" type="pres">
      <dgm:prSet presAssocID="{66039115-797B-304C-9FC0-EFABB1F21232}" presName="iconBgRect" presStyleLbl="bgShp" presStyleIdx="0" presStyleCnt="3" custLinFactNeighborY="-2972"/>
      <dgm:spPr/>
    </dgm:pt>
    <dgm:pt modelId="{F55B2F71-E638-412C-8147-FC7081E08B04}" type="pres">
      <dgm:prSet presAssocID="{66039115-797B-304C-9FC0-EFABB1F21232}" presName="iconRect" presStyleLbl="node1" presStyleIdx="0" presStyleCnt="3" custLinFactNeighborY="-5126"/>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bulb"/>
        </a:ext>
      </dgm:extLst>
    </dgm:pt>
    <dgm:pt modelId="{5CDA7D5A-F452-463F-998B-177A76E8C08F}" type="pres">
      <dgm:prSet presAssocID="{66039115-797B-304C-9FC0-EFABB1F21232}" presName="spaceRect" presStyleCnt="0"/>
      <dgm:spPr/>
    </dgm:pt>
    <dgm:pt modelId="{E05AF25A-E676-44EA-BB66-F2100ACAD1CB}" type="pres">
      <dgm:prSet presAssocID="{66039115-797B-304C-9FC0-EFABB1F21232}" presName="textRect" presStyleLbl="revTx" presStyleIdx="0" presStyleCnt="3" custLinFactNeighborX="11093" custLinFactNeighborY="13057">
        <dgm:presLayoutVars>
          <dgm:chMax val="1"/>
          <dgm:chPref val="1"/>
        </dgm:presLayoutVars>
      </dgm:prSet>
      <dgm:spPr/>
    </dgm:pt>
    <dgm:pt modelId="{BB1D33AA-C75A-465A-93F0-2B3A7346088F}" type="pres">
      <dgm:prSet presAssocID="{D044F6BA-1D90-EC47-8A78-B9796198ECF5}" presName="sibTrans" presStyleLbl="sibTrans2D1" presStyleIdx="0" presStyleCnt="0"/>
      <dgm:spPr/>
    </dgm:pt>
    <dgm:pt modelId="{D641F504-B527-445D-81F6-4B59E813C4A0}" type="pres">
      <dgm:prSet presAssocID="{E39563C5-C199-4F5B-A899-8CC0710341A0}" presName="compNode" presStyleCnt="0"/>
      <dgm:spPr/>
    </dgm:pt>
    <dgm:pt modelId="{75512A68-FA50-4392-A441-C6EC352FE606}" type="pres">
      <dgm:prSet presAssocID="{E39563C5-C199-4F5B-A899-8CC0710341A0}" presName="iconBgRect" presStyleLbl="bgShp" presStyleIdx="1" presStyleCnt="3" custLinFactX="-195997" custLinFactY="-71464" custLinFactNeighborX="-200000" custLinFactNeighborY="-100000"/>
      <dgm:spPr>
        <a:solidFill>
          <a:schemeClr val="accent5">
            <a:lumMod val="60000"/>
            <a:lumOff val="40000"/>
          </a:schemeClr>
        </a:solidFill>
      </dgm:spPr>
    </dgm:pt>
    <dgm:pt modelId="{C425A8E1-258A-4D4B-9D55-24376C0AB360}" type="pres">
      <dgm:prSet presAssocID="{E39563C5-C199-4F5B-A899-8CC0710341A0}" presName="iconRect" presStyleLbl="node1" presStyleIdx="1" presStyleCnt="3" custLinFactX="-300000" custLinFactY="-100000" custLinFactNeighborX="-381809" custLinFactNeighborY="-19551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dio microphone"/>
        </a:ext>
      </dgm:extLst>
    </dgm:pt>
    <dgm:pt modelId="{9E9B2F2E-EF94-42A4-A2BE-0DEE20425DEE}" type="pres">
      <dgm:prSet presAssocID="{E39563C5-C199-4F5B-A899-8CC0710341A0}" presName="spaceRect" presStyleCnt="0"/>
      <dgm:spPr/>
    </dgm:pt>
    <dgm:pt modelId="{523C7F31-A7C1-43C9-AE27-AAE9100EE1FE}" type="pres">
      <dgm:prSet presAssocID="{E39563C5-C199-4F5B-A899-8CC0710341A0}" presName="textRect" presStyleLbl="revTx" presStyleIdx="1" presStyleCnt="3" custScaleX="182281" custLinFactX="-15475" custLinFactY="-66641" custLinFactNeighborX="-100000" custLinFactNeighborY="-100000">
        <dgm:presLayoutVars>
          <dgm:chMax val="1"/>
          <dgm:chPref val="1"/>
        </dgm:presLayoutVars>
      </dgm:prSet>
      <dgm:spPr/>
    </dgm:pt>
    <dgm:pt modelId="{CEB8DC13-2561-455C-A0BE-EE905F81836F}" type="pres">
      <dgm:prSet presAssocID="{BC971DAC-9BE2-44B2-ABE4-8099C777E9C4}" presName="sibTrans" presStyleLbl="sibTrans2D1" presStyleIdx="0" presStyleCnt="0"/>
      <dgm:spPr/>
    </dgm:pt>
    <dgm:pt modelId="{BDD20EE1-5DFF-4E16-802C-2448893CCB5A}" type="pres">
      <dgm:prSet presAssocID="{3AA5586A-C40E-4DDA-98A5-6545F36F46AB}" presName="compNode" presStyleCnt="0"/>
      <dgm:spPr/>
    </dgm:pt>
    <dgm:pt modelId="{7089FE6B-57E5-4306-8097-E758E000C828}" type="pres">
      <dgm:prSet presAssocID="{3AA5586A-C40E-4DDA-98A5-6545F36F46AB}" presName="iconBgRect" presStyleLbl="bgShp" presStyleIdx="2" presStyleCnt="3" custLinFactNeighborY="4004"/>
      <dgm:spPr>
        <a:solidFill>
          <a:srgbClr val="EE6082"/>
        </a:solidFill>
      </dgm:spPr>
    </dgm:pt>
    <dgm:pt modelId="{41C0BC0F-FFD5-42B5-B952-9316B9364F6F}" type="pres">
      <dgm:prSet presAssocID="{3AA5586A-C40E-4DDA-98A5-6545F36F46AB}"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Virtual RealityHeadset"/>
        </a:ext>
      </dgm:extLst>
    </dgm:pt>
    <dgm:pt modelId="{392FDDC2-BC7A-49BF-88A1-7B4956AD8377}" type="pres">
      <dgm:prSet presAssocID="{3AA5586A-C40E-4DDA-98A5-6545F36F46AB}" presName="spaceRect" presStyleCnt="0"/>
      <dgm:spPr/>
    </dgm:pt>
    <dgm:pt modelId="{7703AFE5-FAA2-4D8A-AEFA-D3C5CB41E5BC}" type="pres">
      <dgm:prSet presAssocID="{3AA5586A-C40E-4DDA-98A5-6545F36F46AB}" presName="textRect" presStyleLbl="revTx" presStyleIdx="2" presStyleCnt="3" custLinFactNeighborY="4004">
        <dgm:presLayoutVars>
          <dgm:chMax val="1"/>
          <dgm:chPref val="1"/>
        </dgm:presLayoutVars>
      </dgm:prSet>
      <dgm:spPr/>
    </dgm:pt>
  </dgm:ptLst>
  <dgm:cxnLst>
    <dgm:cxn modelId="{F500F212-B1E8-4177-88EB-379FE553E567}" type="presOf" srcId="{BC971DAC-9BE2-44B2-ABE4-8099C777E9C4}" destId="{CEB8DC13-2561-455C-A0BE-EE905F81836F}" srcOrd="0" destOrd="0" presId="urn:microsoft.com/office/officeart/2018/2/layout/IconCircleList"/>
    <dgm:cxn modelId="{C2028414-4E44-4009-9619-A3329463EBE6}" type="presOf" srcId="{66039115-797B-304C-9FC0-EFABB1F21232}" destId="{E05AF25A-E676-44EA-BB66-F2100ACAD1CB}" srcOrd="0" destOrd="0" presId="urn:microsoft.com/office/officeart/2018/2/layout/IconCircleList"/>
    <dgm:cxn modelId="{3682502D-BD4B-4C8B-B999-4FE14243DA2F}" type="presOf" srcId="{E39563C5-C199-4F5B-A899-8CC0710341A0}" destId="{523C7F31-A7C1-43C9-AE27-AAE9100EE1FE}" srcOrd="0" destOrd="0" presId="urn:microsoft.com/office/officeart/2018/2/layout/IconCircleList"/>
    <dgm:cxn modelId="{31C3237C-2299-B649-8C93-587C97AC9999}" srcId="{489A589A-46DE-0F49-B460-E7914F3E440D}" destId="{66039115-797B-304C-9FC0-EFABB1F21232}" srcOrd="0" destOrd="0" parTransId="{C8EABE8F-1E84-494E-AD8A-32BA419A36E9}" sibTransId="{D044F6BA-1D90-EC47-8A78-B9796198ECF5}"/>
    <dgm:cxn modelId="{9AA16E9C-4C36-43A5-A786-66256F4B87CC}" type="presOf" srcId="{D044F6BA-1D90-EC47-8A78-B9796198ECF5}" destId="{BB1D33AA-C75A-465A-93F0-2B3A7346088F}" srcOrd="0" destOrd="0" presId="urn:microsoft.com/office/officeart/2018/2/layout/IconCircleList"/>
    <dgm:cxn modelId="{65F7D3A9-7360-41F2-9288-DC394F90F4EC}" type="presOf" srcId="{3AA5586A-C40E-4DDA-98A5-6545F36F46AB}" destId="{7703AFE5-FAA2-4D8A-AEFA-D3C5CB41E5BC}" srcOrd="0" destOrd="0" presId="urn:microsoft.com/office/officeart/2018/2/layout/IconCircleList"/>
    <dgm:cxn modelId="{0D34FCB2-3F4C-42A6-BB2D-60FA9564F405}" type="presOf" srcId="{489A589A-46DE-0F49-B460-E7914F3E440D}" destId="{B80C9CF3-C6BB-48D7-8AE1-5002D62D3761}" srcOrd="0" destOrd="0" presId="urn:microsoft.com/office/officeart/2018/2/layout/IconCircleList"/>
    <dgm:cxn modelId="{BBAD9FDB-1013-4B11-A9AE-2815527D1B78}" srcId="{489A589A-46DE-0F49-B460-E7914F3E440D}" destId="{E39563C5-C199-4F5B-A899-8CC0710341A0}" srcOrd="1" destOrd="0" parTransId="{6531EA77-44C5-4E3D-BA04-70C1E49BCD39}" sibTransId="{BC971DAC-9BE2-44B2-ABE4-8099C777E9C4}"/>
    <dgm:cxn modelId="{119FEAF1-383D-4740-9124-CC9EEA7E35F9}" srcId="{489A589A-46DE-0F49-B460-E7914F3E440D}" destId="{3AA5586A-C40E-4DDA-98A5-6545F36F46AB}" srcOrd="2" destOrd="0" parTransId="{ABF44FB7-9255-4D99-BC69-3BE74FDF8E87}" sibTransId="{19FB306E-81B4-4F3F-99EE-765120CBB6B3}"/>
    <dgm:cxn modelId="{BF36CAD1-B688-447E-A701-12D1A5EB1C61}" type="presParOf" srcId="{B80C9CF3-C6BB-48D7-8AE1-5002D62D3761}" destId="{326FDCF2-F375-4C3F-9814-C84BA9388F92}" srcOrd="0" destOrd="0" presId="urn:microsoft.com/office/officeart/2018/2/layout/IconCircleList"/>
    <dgm:cxn modelId="{FBFDC197-07BE-4C6F-83B2-02194176B69E}" type="presParOf" srcId="{326FDCF2-F375-4C3F-9814-C84BA9388F92}" destId="{174069BD-8FE1-41A2-8250-6A5514FE224C}" srcOrd="0" destOrd="0" presId="urn:microsoft.com/office/officeart/2018/2/layout/IconCircleList"/>
    <dgm:cxn modelId="{C5F01509-F7BC-425F-B296-A98C860A07F3}" type="presParOf" srcId="{174069BD-8FE1-41A2-8250-6A5514FE224C}" destId="{5E340066-1B2E-4C4E-80A2-97E86ABFA479}" srcOrd="0" destOrd="0" presId="urn:microsoft.com/office/officeart/2018/2/layout/IconCircleList"/>
    <dgm:cxn modelId="{6798BD59-DB22-44F4-9499-B795ECC6FB92}" type="presParOf" srcId="{174069BD-8FE1-41A2-8250-6A5514FE224C}" destId="{F55B2F71-E638-412C-8147-FC7081E08B04}" srcOrd="1" destOrd="0" presId="urn:microsoft.com/office/officeart/2018/2/layout/IconCircleList"/>
    <dgm:cxn modelId="{8ED6BB7E-069D-4BD0-874A-A765097C6426}" type="presParOf" srcId="{174069BD-8FE1-41A2-8250-6A5514FE224C}" destId="{5CDA7D5A-F452-463F-998B-177A76E8C08F}" srcOrd="2" destOrd="0" presId="urn:microsoft.com/office/officeart/2018/2/layout/IconCircleList"/>
    <dgm:cxn modelId="{6FA12472-3D68-4E1C-81AF-02DC5B01E334}" type="presParOf" srcId="{174069BD-8FE1-41A2-8250-6A5514FE224C}" destId="{E05AF25A-E676-44EA-BB66-F2100ACAD1CB}" srcOrd="3" destOrd="0" presId="urn:microsoft.com/office/officeart/2018/2/layout/IconCircleList"/>
    <dgm:cxn modelId="{2E917479-9046-4584-8A6D-BEC73C11FC76}" type="presParOf" srcId="{326FDCF2-F375-4C3F-9814-C84BA9388F92}" destId="{BB1D33AA-C75A-465A-93F0-2B3A7346088F}" srcOrd="1" destOrd="0" presId="urn:microsoft.com/office/officeart/2018/2/layout/IconCircleList"/>
    <dgm:cxn modelId="{A0B340C2-CAB3-4AD7-B651-672DD667AAD7}" type="presParOf" srcId="{326FDCF2-F375-4C3F-9814-C84BA9388F92}" destId="{D641F504-B527-445D-81F6-4B59E813C4A0}" srcOrd="2" destOrd="0" presId="urn:microsoft.com/office/officeart/2018/2/layout/IconCircleList"/>
    <dgm:cxn modelId="{FBFE3BE7-5577-4A5D-85CC-215287D3D6AD}" type="presParOf" srcId="{D641F504-B527-445D-81F6-4B59E813C4A0}" destId="{75512A68-FA50-4392-A441-C6EC352FE606}" srcOrd="0" destOrd="0" presId="urn:microsoft.com/office/officeart/2018/2/layout/IconCircleList"/>
    <dgm:cxn modelId="{E2CE3B82-49EF-49C5-869E-0F82B174F9E9}" type="presParOf" srcId="{D641F504-B527-445D-81F6-4B59E813C4A0}" destId="{C425A8E1-258A-4D4B-9D55-24376C0AB360}" srcOrd="1" destOrd="0" presId="urn:microsoft.com/office/officeart/2018/2/layout/IconCircleList"/>
    <dgm:cxn modelId="{FE67C476-DCF9-4F8A-ACDB-300B11852414}" type="presParOf" srcId="{D641F504-B527-445D-81F6-4B59E813C4A0}" destId="{9E9B2F2E-EF94-42A4-A2BE-0DEE20425DEE}" srcOrd="2" destOrd="0" presId="urn:microsoft.com/office/officeart/2018/2/layout/IconCircleList"/>
    <dgm:cxn modelId="{4CA023EA-A382-4DD9-9FA1-18E0D66061BD}" type="presParOf" srcId="{D641F504-B527-445D-81F6-4B59E813C4A0}" destId="{523C7F31-A7C1-43C9-AE27-AAE9100EE1FE}" srcOrd="3" destOrd="0" presId="urn:microsoft.com/office/officeart/2018/2/layout/IconCircleList"/>
    <dgm:cxn modelId="{26A45859-BDA1-42A1-B72D-E642F4519323}" type="presParOf" srcId="{326FDCF2-F375-4C3F-9814-C84BA9388F92}" destId="{CEB8DC13-2561-455C-A0BE-EE905F81836F}" srcOrd="3" destOrd="0" presId="urn:microsoft.com/office/officeart/2018/2/layout/IconCircleList"/>
    <dgm:cxn modelId="{1E564FA9-F723-4479-8013-22D1426128B6}" type="presParOf" srcId="{326FDCF2-F375-4C3F-9814-C84BA9388F92}" destId="{BDD20EE1-5DFF-4E16-802C-2448893CCB5A}" srcOrd="4" destOrd="0" presId="urn:microsoft.com/office/officeart/2018/2/layout/IconCircleList"/>
    <dgm:cxn modelId="{794FF77C-CF66-43A6-AFF0-913CEF2D0C2A}" type="presParOf" srcId="{BDD20EE1-5DFF-4E16-802C-2448893CCB5A}" destId="{7089FE6B-57E5-4306-8097-E758E000C828}" srcOrd="0" destOrd="0" presId="urn:microsoft.com/office/officeart/2018/2/layout/IconCircleList"/>
    <dgm:cxn modelId="{091EE8DB-F92B-4CB3-ABD6-FFEB56B07A8B}" type="presParOf" srcId="{BDD20EE1-5DFF-4E16-802C-2448893CCB5A}" destId="{41C0BC0F-FFD5-42B5-B952-9316B9364F6F}" srcOrd="1" destOrd="0" presId="urn:microsoft.com/office/officeart/2018/2/layout/IconCircleList"/>
    <dgm:cxn modelId="{DAE7DE5D-0787-4DCA-83CB-B15B42A3D0EC}" type="presParOf" srcId="{BDD20EE1-5DFF-4E16-802C-2448893CCB5A}" destId="{392FDDC2-BC7A-49BF-88A1-7B4956AD8377}" srcOrd="2" destOrd="0" presId="urn:microsoft.com/office/officeart/2018/2/layout/IconCircleList"/>
    <dgm:cxn modelId="{03A77C2B-16FB-486D-9C1B-3FF393F2E432}" type="presParOf" srcId="{BDD20EE1-5DFF-4E16-802C-2448893CCB5A}" destId="{7703AFE5-FAA2-4D8A-AEFA-D3C5CB41E5BC}"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5B76ED-C686-4E97-9A28-74231B4FDDD1}" type="doc">
      <dgm:prSet loTypeId="urn:microsoft.com/office/officeart/2009/3/layout/CircleRelationship" loCatId="relationship" qsTypeId="urn:microsoft.com/office/officeart/2005/8/quickstyle/simple4" qsCatId="simple" csTypeId="urn:microsoft.com/office/officeart/2005/8/colors/accent1_2" csCatId="accent1" phldr="1"/>
      <dgm:spPr/>
      <dgm:t>
        <a:bodyPr rtlCol="0"/>
        <a:lstStyle/>
        <a:p>
          <a:pPr rtl="0"/>
          <a:endParaRPr lang="en-US"/>
        </a:p>
      </dgm:t>
    </dgm:pt>
    <dgm:pt modelId="{B388C4F7-DD86-40E4-BA83-6838C8E845B2}">
      <dgm:prSet phldrT="[Text]" custT="1"/>
      <dgm:spPr/>
      <dgm:t>
        <a:bodyPr rtlCol="0"/>
        <a:lstStyle/>
        <a:p>
          <a:pPr rtl="0"/>
          <a:r>
            <a:rPr lang="it-IT" sz="2800" b="1" noProof="0" dirty="0"/>
            <a:t>WAVELET</a:t>
          </a:r>
        </a:p>
        <a:p>
          <a:pPr rtl="0"/>
          <a:r>
            <a:rPr lang="it-IT" sz="2800" b="1" noProof="0" dirty="0" err="1"/>
            <a:t>as</a:t>
          </a:r>
          <a:r>
            <a:rPr lang="it-IT" sz="2800" b="1" noProof="0" dirty="0"/>
            <a:t> band pass filter </a:t>
          </a:r>
        </a:p>
      </dgm:t>
    </dgm:pt>
    <dgm:pt modelId="{4F4EFEB2-AE6B-4B4E-A388-E726479684C1}" type="parTrans" cxnId="{FDEC3F6B-F860-4E8B-8B14-455DBFCFBFB4}">
      <dgm:prSet/>
      <dgm:spPr/>
      <dgm:t>
        <a:bodyPr rtlCol="0"/>
        <a:lstStyle/>
        <a:p>
          <a:pPr rtl="0"/>
          <a:endParaRPr lang="it-IT" noProof="0" dirty="0"/>
        </a:p>
      </dgm:t>
    </dgm:pt>
    <dgm:pt modelId="{BEE196C3-EEB3-4935-976F-A713EF603EEA}" type="sibTrans" cxnId="{FDEC3F6B-F860-4E8B-8B14-455DBFCFBFB4}">
      <dgm:prSet/>
      <dgm:spPr/>
      <dgm:t>
        <a:bodyPr rtlCol="0"/>
        <a:lstStyle/>
        <a:p>
          <a:pPr rtl="0"/>
          <a:endParaRPr lang="it-IT" noProof="0" dirty="0"/>
        </a:p>
      </dgm:t>
    </dgm:pt>
    <dgm:pt modelId="{27C8F191-CB8B-4A89-9EDF-D94B6E4ADC92}">
      <dgm:prSet phldrT="[Text]" custT="1"/>
      <dgm:spPr/>
      <dgm:t>
        <a:bodyPr rtlCol="0"/>
        <a:lstStyle/>
        <a:p>
          <a:pPr rtl="0"/>
          <a:r>
            <a:rPr lang="en-US" sz="2000" dirty="0"/>
            <a:t>QRS detection using wavelet is excellent in cases of clean ECG (e.g. electrodes on the chest), but when the ECG is noisy (e.g. FECG), the wavelet can </a:t>
          </a:r>
          <a:r>
            <a:rPr lang="en-US" sz="2000" u="sng" dirty="0"/>
            <a:t>emphasize artifacts and  noise </a:t>
          </a:r>
          <a:r>
            <a:rPr lang="en-US" sz="2000" dirty="0"/>
            <a:t>in addition to the ECG itself</a:t>
          </a:r>
          <a:endParaRPr lang="it-IT" sz="1400" b="1" noProof="0" dirty="0"/>
        </a:p>
      </dgm:t>
    </dgm:pt>
    <dgm:pt modelId="{8EFDF7C7-310E-4ED5-B739-2186FB69ED8A}" type="parTrans" cxnId="{4E26289A-3825-4A9C-991F-8AB8A7EFD597}">
      <dgm:prSet/>
      <dgm:spPr/>
      <dgm:t>
        <a:bodyPr rtlCol="0"/>
        <a:lstStyle/>
        <a:p>
          <a:pPr rtl="0"/>
          <a:endParaRPr lang="it-IT" noProof="0" dirty="0"/>
        </a:p>
      </dgm:t>
    </dgm:pt>
    <dgm:pt modelId="{755F5D09-ECCD-4FC5-B350-FED951F57983}" type="sibTrans" cxnId="{4E26289A-3825-4A9C-991F-8AB8A7EFD597}">
      <dgm:prSet/>
      <dgm:spPr/>
      <dgm:t>
        <a:bodyPr rtlCol="0"/>
        <a:lstStyle/>
        <a:p>
          <a:pPr rtl="0"/>
          <a:endParaRPr lang="it-IT" noProof="0" dirty="0"/>
        </a:p>
      </dgm:t>
    </dgm:pt>
    <dgm:pt modelId="{AEFF5EA2-6931-4098-96C8-31AE53CB425B}">
      <dgm:prSet phldrT="[Text]" custT="1"/>
      <dgm:spPr/>
      <dgm:t>
        <a:bodyPr rtlCol="0"/>
        <a:lstStyle/>
        <a:p>
          <a:pPr rtl="0"/>
          <a:r>
            <a:rPr lang="it-IT" sz="2000" b="0" noProof="0" dirty="0"/>
            <a:t>The </a:t>
          </a:r>
          <a:r>
            <a:rPr lang="it-IT" sz="2000" b="1" noProof="0" dirty="0"/>
            <a:t>sym4 </a:t>
          </a:r>
          <a:r>
            <a:rPr lang="it-IT" sz="2000" b="0" noProof="0" dirty="0" err="1"/>
            <a:t>wavelet</a:t>
          </a:r>
          <a:r>
            <a:rPr lang="it-IT" sz="2000" b="0" noProof="0" dirty="0"/>
            <a:t> </a:t>
          </a:r>
          <a:r>
            <a:rPr lang="it-IT" sz="2000" b="0" noProof="0" dirty="0" err="1"/>
            <a:t>resembles</a:t>
          </a:r>
          <a:r>
            <a:rPr lang="it-IT" sz="2000" b="0" noProof="0" dirty="0"/>
            <a:t> the QRS </a:t>
          </a:r>
          <a:r>
            <a:rPr lang="it-IT" sz="2000" b="0" noProof="0" dirty="0" err="1"/>
            <a:t>complex</a:t>
          </a:r>
          <a:endParaRPr lang="it-IT" sz="1400" b="0" noProof="0" dirty="0"/>
        </a:p>
      </dgm:t>
    </dgm:pt>
    <dgm:pt modelId="{AC52CE11-07EF-42A7-A67A-2231908FD231}" type="parTrans" cxnId="{2D96128D-55F5-4B46-B071-9EA8CDCA9DCD}">
      <dgm:prSet/>
      <dgm:spPr/>
      <dgm:t>
        <a:bodyPr rtlCol="0"/>
        <a:lstStyle/>
        <a:p>
          <a:pPr rtl="0"/>
          <a:endParaRPr lang="it-IT" noProof="0" dirty="0"/>
        </a:p>
      </dgm:t>
    </dgm:pt>
    <dgm:pt modelId="{FB25E557-3597-4AEA-B1FC-EA99A632BFB1}" type="sibTrans" cxnId="{2D96128D-55F5-4B46-B071-9EA8CDCA9DCD}">
      <dgm:prSet/>
      <dgm:spPr/>
      <dgm:t>
        <a:bodyPr rtlCol="0"/>
        <a:lstStyle/>
        <a:p>
          <a:pPr rtl="0"/>
          <a:endParaRPr lang="it-IT" noProof="0" dirty="0"/>
        </a:p>
      </dgm:t>
    </dgm:pt>
    <dgm:pt modelId="{4EB85010-44B9-48B6-ABE6-4FE60FC076FC}">
      <dgm:prSet phldrT="[Text]"/>
      <dgm:spPr/>
      <dgm:t>
        <a:bodyPr rtlCol="0"/>
        <a:lstStyle/>
        <a:p>
          <a:pPr rtl="0"/>
          <a:r>
            <a:rPr lang="it-IT" b="1" noProof="0" dirty="0"/>
            <a:t>Automazione</a:t>
          </a:r>
        </a:p>
      </dgm:t>
    </dgm:pt>
    <dgm:pt modelId="{EBDFE3C8-327C-49A1-AB12-ADDE0A0306BC}" type="parTrans" cxnId="{82FBC159-04ED-46E8-8BD2-7F8BB4DE32B2}">
      <dgm:prSet/>
      <dgm:spPr/>
      <dgm:t>
        <a:bodyPr/>
        <a:lstStyle/>
        <a:p>
          <a:endParaRPr lang="it-IT"/>
        </a:p>
      </dgm:t>
    </dgm:pt>
    <dgm:pt modelId="{9A2DF9BC-0A6F-4A11-AB1F-E0C5593B7050}" type="sibTrans" cxnId="{82FBC159-04ED-46E8-8BD2-7F8BB4DE32B2}">
      <dgm:prSet/>
      <dgm:spPr/>
      <dgm:t>
        <a:bodyPr/>
        <a:lstStyle/>
        <a:p>
          <a:endParaRPr lang="it-IT"/>
        </a:p>
      </dgm:t>
    </dgm:pt>
    <dgm:pt modelId="{EC323DFF-E2DA-4381-8948-5F3D2CD82207}" type="pres">
      <dgm:prSet presAssocID="{BE5B76ED-C686-4E97-9A28-74231B4FDDD1}" presName="Name0" presStyleCnt="0">
        <dgm:presLayoutVars>
          <dgm:chMax val="1"/>
          <dgm:chPref val="1"/>
        </dgm:presLayoutVars>
      </dgm:prSet>
      <dgm:spPr/>
    </dgm:pt>
    <dgm:pt modelId="{A6EEB127-C2F5-4C0D-B108-CC2B3F78F4F1}" type="pres">
      <dgm:prSet presAssocID="{B388C4F7-DD86-40E4-BA83-6838C8E845B2}" presName="Parent" presStyleLbl="node0" presStyleIdx="0" presStyleCnt="1" custScaleX="90655" custScaleY="85764" custLinFactNeighborX="21120" custLinFactNeighborY="-3862">
        <dgm:presLayoutVars>
          <dgm:chMax val="5"/>
          <dgm:chPref val="5"/>
        </dgm:presLayoutVars>
      </dgm:prSet>
      <dgm:spPr/>
    </dgm:pt>
    <dgm:pt modelId="{8A0FF0D8-0AF7-44A4-833E-7EA23A507B5A}" type="pres">
      <dgm:prSet presAssocID="{B388C4F7-DD86-40E4-BA83-6838C8E845B2}" presName="Accent1" presStyleLbl="node1" presStyleIdx="0" presStyleCnt="15" custLinFactX="-200000" custLinFactY="494267" custLinFactNeighborX="-268697" custLinFactNeighborY="500000"/>
      <dgm:spPr/>
    </dgm:pt>
    <dgm:pt modelId="{F988BAF3-9DE2-4A25-84FE-B7C476401BC3}" type="pres">
      <dgm:prSet presAssocID="{B388C4F7-DD86-40E4-BA83-6838C8E845B2}" presName="Accent2" presStyleLbl="node1" presStyleIdx="1" presStyleCnt="15" custFlipVert="0" custFlipHor="0" custScaleX="15010" custScaleY="15010" custLinFactX="50844" custLinFactY="-18018" custLinFactNeighborX="100000" custLinFactNeighborY="-100000"/>
      <dgm:spPr/>
    </dgm:pt>
    <dgm:pt modelId="{6288D093-07AF-4EEB-B57C-FB5DA4420E30}" type="pres">
      <dgm:prSet presAssocID="{B388C4F7-DD86-40E4-BA83-6838C8E845B2}" presName="Accent3" presStyleLbl="node1" presStyleIdx="2" presStyleCnt="15" custFlipVert="1" custFlipHor="0" custScaleX="15010" custScaleY="15010" custLinFactX="-157696" custLinFactY="284414" custLinFactNeighborX="-200000" custLinFactNeighborY="300000"/>
      <dgm:spPr/>
    </dgm:pt>
    <dgm:pt modelId="{099685E2-34CD-4723-A342-ED2D0CA22ECA}" type="pres">
      <dgm:prSet presAssocID="{B388C4F7-DD86-40E4-BA83-6838C8E845B2}" presName="Accent4" presStyleLbl="node1" presStyleIdx="3" presStyleCnt="15" custLinFactX="-435558" custLinFactNeighborX="-500000" custLinFactNeighborY="93847"/>
      <dgm:spPr/>
    </dgm:pt>
    <dgm:pt modelId="{282F7230-9226-4387-9620-3DC67223F95C}" type="pres">
      <dgm:prSet presAssocID="{B388C4F7-DD86-40E4-BA83-6838C8E845B2}" presName="Accent5" presStyleLbl="node1" presStyleIdx="4" presStyleCnt="15" custLinFactX="900000" custLinFactY="200000" custLinFactNeighborX="939240" custLinFactNeighborY="215957"/>
      <dgm:spPr/>
    </dgm:pt>
    <dgm:pt modelId="{2682D7C4-37F7-4CA1-B102-AED7627E9C93}" type="pres">
      <dgm:prSet presAssocID="{B388C4F7-DD86-40E4-BA83-6838C8E845B2}" presName="Accent6" presStyleLbl="node1" presStyleIdx="5" presStyleCnt="15"/>
      <dgm:spPr/>
    </dgm:pt>
    <dgm:pt modelId="{CCDD2561-1FC5-4EA6-AD90-3ADAF62A41D1}" type="pres">
      <dgm:prSet presAssocID="{27C8F191-CB8B-4A89-9EDF-D94B6E4ADC92}" presName="Child1" presStyleLbl="node1" presStyleIdx="6" presStyleCnt="15" custScaleX="247250" custScaleY="250130" custLinFactNeighborX="-59281" custLinFactNeighborY="-24747">
        <dgm:presLayoutVars>
          <dgm:chMax val="0"/>
          <dgm:chPref val="0"/>
        </dgm:presLayoutVars>
      </dgm:prSet>
      <dgm:spPr/>
    </dgm:pt>
    <dgm:pt modelId="{DD36342D-1CB9-480B-9443-592ECACCB1B2}" type="pres">
      <dgm:prSet presAssocID="{27C8F191-CB8B-4A89-9EDF-D94B6E4ADC92}" presName="Accent7" presStyleCnt="0"/>
      <dgm:spPr/>
    </dgm:pt>
    <dgm:pt modelId="{2470B0FE-F3CE-48F3-AE82-73016C487D68}" type="pres">
      <dgm:prSet presAssocID="{27C8F191-CB8B-4A89-9EDF-D94B6E4ADC92}" presName="AccentHold1" presStyleLbl="node1" presStyleIdx="7" presStyleCnt="15" custFlipVert="1" custFlipHor="0" custScaleX="10884" custScaleY="12298" custLinFactX="100000" custLinFactY="220311" custLinFactNeighborX="133427" custLinFactNeighborY="300000"/>
      <dgm:spPr/>
    </dgm:pt>
    <dgm:pt modelId="{1C5C821B-7AF3-4B1C-B3FE-45A337B82741}" type="pres">
      <dgm:prSet presAssocID="{27C8F191-CB8B-4A89-9EDF-D94B6E4ADC92}" presName="Accent8" presStyleCnt="0"/>
      <dgm:spPr/>
    </dgm:pt>
    <dgm:pt modelId="{48BC9D73-B86D-4378-970E-5CD650E31618}" type="pres">
      <dgm:prSet presAssocID="{27C8F191-CB8B-4A89-9EDF-D94B6E4ADC92}" presName="AccentHold2" presStyleLbl="node1" presStyleIdx="8" presStyleCnt="15" custLinFactY="1155" custLinFactNeighborX="3891" custLinFactNeighborY="100000"/>
      <dgm:spPr/>
    </dgm:pt>
    <dgm:pt modelId="{EB301C3D-F1F9-4A72-AC54-827EBC1AD812}" type="pres">
      <dgm:prSet presAssocID="{AEFF5EA2-6931-4098-96C8-31AE53CB425B}" presName="Child2" presStyleLbl="node1" presStyleIdx="9" presStyleCnt="15" custScaleX="155423" custScaleY="155423" custLinFactNeighborX="22013" custLinFactNeighborY="-5070">
        <dgm:presLayoutVars>
          <dgm:chMax val="0"/>
          <dgm:chPref val="0"/>
        </dgm:presLayoutVars>
      </dgm:prSet>
      <dgm:spPr/>
    </dgm:pt>
    <dgm:pt modelId="{6B30F03A-93BA-441A-ABF4-25C2455DF7C0}" type="pres">
      <dgm:prSet presAssocID="{AEFF5EA2-6931-4098-96C8-31AE53CB425B}" presName="Accent9" presStyleCnt="0"/>
      <dgm:spPr/>
    </dgm:pt>
    <dgm:pt modelId="{0DF8FB3E-B0B0-40D8-B039-0C7B496BBA97}" type="pres">
      <dgm:prSet presAssocID="{AEFF5EA2-6931-4098-96C8-31AE53CB425B}" presName="AccentHold1" presStyleLbl="node1" presStyleIdx="10" presStyleCnt="15" custLinFactX="300000" custLinFactNeighborX="397249" custLinFactNeighborY="33356"/>
      <dgm:spPr/>
    </dgm:pt>
    <dgm:pt modelId="{37FA1CD0-A7DC-4E74-BDC2-224405012EB0}" type="pres">
      <dgm:prSet presAssocID="{AEFF5EA2-6931-4098-96C8-31AE53CB425B}" presName="Accent10" presStyleCnt="0"/>
      <dgm:spPr/>
    </dgm:pt>
    <dgm:pt modelId="{022614F8-042B-41CB-A6A7-8094C903EB2F}" type="pres">
      <dgm:prSet presAssocID="{AEFF5EA2-6931-4098-96C8-31AE53CB425B}" presName="AccentHold2" presStyleLbl="node1" presStyleIdx="11" presStyleCnt="15" custLinFactX="-38962" custLinFactY="100000" custLinFactNeighborX="-100000" custLinFactNeighborY="196296"/>
      <dgm:spPr/>
    </dgm:pt>
    <dgm:pt modelId="{BA4661A9-DFAB-468E-97BE-F29D08FF69A9}" type="pres">
      <dgm:prSet presAssocID="{AEFF5EA2-6931-4098-96C8-31AE53CB425B}" presName="Accent11" presStyleCnt="0"/>
      <dgm:spPr/>
    </dgm:pt>
    <dgm:pt modelId="{C85BB588-B4E8-4D50-9280-4D4F2686007C}" type="pres">
      <dgm:prSet presAssocID="{AEFF5EA2-6931-4098-96C8-31AE53CB425B}" presName="AccentHold3" presStyleLbl="node1" presStyleIdx="12" presStyleCnt="15" custFlipVert="0" custFlipHor="0" custScaleX="20156" custScaleY="15010" custLinFactX="100000" custLinFactY="-400000" custLinFactNeighborX="129053" custLinFactNeighborY="-490198"/>
      <dgm:spPr/>
    </dgm:pt>
    <dgm:pt modelId="{F96C4BF3-01A0-4954-9EDC-7378B83410FA}" type="pres">
      <dgm:prSet presAssocID="{4EB85010-44B9-48B6-ABE6-4FE60FC076FC}" presName="Child3" presStyleLbl="node1" presStyleIdx="13" presStyleCnt="15" custScaleX="210325" custScaleY="198899" custLinFactNeighborX="22013" custLinFactNeighborY="-5070">
        <dgm:presLayoutVars>
          <dgm:chMax val="0"/>
          <dgm:chPref val="0"/>
        </dgm:presLayoutVars>
      </dgm:prSet>
      <dgm:spPr/>
    </dgm:pt>
    <dgm:pt modelId="{341DFD49-6C97-46E7-BF1B-315225AB352C}" type="pres">
      <dgm:prSet presAssocID="{4EB85010-44B9-48B6-ABE6-4FE60FC076FC}" presName="Accent12" presStyleCnt="0"/>
      <dgm:spPr/>
    </dgm:pt>
    <dgm:pt modelId="{D9926FBF-F73A-4510-A9B6-6AB1347B115A}" type="pres">
      <dgm:prSet presAssocID="{4EB85010-44B9-48B6-ABE6-4FE60FC076FC}" presName="AccentHold1" presStyleLbl="node1" presStyleIdx="14" presStyleCnt="15"/>
      <dgm:spPr/>
    </dgm:pt>
  </dgm:ptLst>
  <dgm:cxnLst>
    <dgm:cxn modelId="{9443D217-9168-4ECF-A563-7C2F4C998EAA}" type="presOf" srcId="{27C8F191-CB8B-4A89-9EDF-D94B6E4ADC92}" destId="{CCDD2561-1FC5-4EA6-AD90-3ADAF62A41D1}" srcOrd="0" destOrd="0" presId="urn:microsoft.com/office/officeart/2009/3/layout/CircleRelationship"/>
    <dgm:cxn modelId="{9097F71D-766D-40A2-A0AD-3015E76C47D5}" type="presOf" srcId="{4EB85010-44B9-48B6-ABE6-4FE60FC076FC}" destId="{F96C4BF3-01A0-4954-9EDC-7378B83410FA}" srcOrd="0" destOrd="0" presId="urn:microsoft.com/office/officeart/2009/3/layout/CircleRelationship"/>
    <dgm:cxn modelId="{FDEC3F6B-F860-4E8B-8B14-455DBFCFBFB4}" srcId="{BE5B76ED-C686-4E97-9A28-74231B4FDDD1}" destId="{B388C4F7-DD86-40E4-BA83-6838C8E845B2}" srcOrd="0" destOrd="0" parTransId="{4F4EFEB2-AE6B-4B4E-A388-E726479684C1}" sibTransId="{BEE196C3-EEB3-4935-976F-A713EF603EEA}"/>
    <dgm:cxn modelId="{82FBC159-04ED-46E8-8BD2-7F8BB4DE32B2}" srcId="{B388C4F7-DD86-40E4-BA83-6838C8E845B2}" destId="{4EB85010-44B9-48B6-ABE6-4FE60FC076FC}" srcOrd="2" destOrd="0" parTransId="{EBDFE3C8-327C-49A1-AB12-ADDE0A0306BC}" sibTransId="{9A2DF9BC-0A6F-4A11-AB1F-E0C5593B7050}"/>
    <dgm:cxn modelId="{2D96128D-55F5-4B46-B071-9EA8CDCA9DCD}" srcId="{B388C4F7-DD86-40E4-BA83-6838C8E845B2}" destId="{AEFF5EA2-6931-4098-96C8-31AE53CB425B}" srcOrd="1" destOrd="0" parTransId="{AC52CE11-07EF-42A7-A67A-2231908FD231}" sibTransId="{FB25E557-3597-4AEA-B1FC-EA99A632BFB1}"/>
    <dgm:cxn modelId="{4E26289A-3825-4A9C-991F-8AB8A7EFD597}" srcId="{B388C4F7-DD86-40E4-BA83-6838C8E845B2}" destId="{27C8F191-CB8B-4A89-9EDF-D94B6E4ADC92}" srcOrd="0" destOrd="0" parTransId="{8EFDF7C7-310E-4ED5-B739-2186FB69ED8A}" sibTransId="{755F5D09-ECCD-4FC5-B350-FED951F57983}"/>
    <dgm:cxn modelId="{61F4EB9B-7EBC-4FC4-B727-C4A1C0EF0E59}" type="presOf" srcId="{AEFF5EA2-6931-4098-96C8-31AE53CB425B}" destId="{EB301C3D-F1F9-4A72-AC54-827EBC1AD812}" srcOrd="0" destOrd="0" presId="urn:microsoft.com/office/officeart/2009/3/layout/CircleRelationship"/>
    <dgm:cxn modelId="{873563D0-860F-487F-97A2-E4B8D49A3DAA}" type="presOf" srcId="{B388C4F7-DD86-40E4-BA83-6838C8E845B2}" destId="{A6EEB127-C2F5-4C0D-B108-CC2B3F78F4F1}" srcOrd="0" destOrd="0" presId="urn:microsoft.com/office/officeart/2009/3/layout/CircleRelationship"/>
    <dgm:cxn modelId="{A3AC16E3-96A0-4DCE-A502-BF3413F7EEBB}" type="presOf" srcId="{BE5B76ED-C686-4E97-9A28-74231B4FDDD1}" destId="{EC323DFF-E2DA-4381-8948-5F3D2CD82207}" srcOrd="0" destOrd="0" presId="urn:microsoft.com/office/officeart/2009/3/layout/CircleRelationship"/>
    <dgm:cxn modelId="{7D45573C-4EBD-433F-BFA4-B1A529D7A12E}" type="presParOf" srcId="{EC323DFF-E2DA-4381-8948-5F3D2CD82207}" destId="{A6EEB127-C2F5-4C0D-B108-CC2B3F78F4F1}" srcOrd="0" destOrd="0" presId="urn:microsoft.com/office/officeart/2009/3/layout/CircleRelationship"/>
    <dgm:cxn modelId="{F969CC6B-49AF-4CFA-905C-5A439FA65BB3}" type="presParOf" srcId="{EC323DFF-E2DA-4381-8948-5F3D2CD82207}" destId="{8A0FF0D8-0AF7-44A4-833E-7EA23A507B5A}" srcOrd="1" destOrd="0" presId="urn:microsoft.com/office/officeart/2009/3/layout/CircleRelationship"/>
    <dgm:cxn modelId="{0B13118F-EC84-4BBC-B9D4-F016C42736A0}" type="presParOf" srcId="{EC323DFF-E2DA-4381-8948-5F3D2CD82207}" destId="{F988BAF3-9DE2-4A25-84FE-B7C476401BC3}" srcOrd="2" destOrd="0" presId="urn:microsoft.com/office/officeart/2009/3/layout/CircleRelationship"/>
    <dgm:cxn modelId="{5A4C313A-14FE-4D34-9BAF-E781C66DAB07}" type="presParOf" srcId="{EC323DFF-E2DA-4381-8948-5F3D2CD82207}" destId="{6288D093-07AF-4EEB-B57C-FB5DA4420E30}" srcOrd="3" destOrd="0" presId="urn:microsoft.com/office/officeart/2009/3/layout/CircleRelationship"/>
    <dgm:cxn modelId="{D6ACDC7E-1588-4451-A7EF-95F6F8F98E10}" type="presParOf" srcId="{EC323DFF-E2DA-4381-8948-5F3D2CD82207}" destId="{099685E2-34CD-4723-A342-ED2D0CA22ECA}" srcOrd="4" destOrd="0" presId="urn:microsoft.com/office/officeart/2009/3/layout/CircleRelationship"/>
    <dgm:cxn modelId="{BF445524-7631-46A4-A9F8-F7CB08035DDB}" type="presParOf" srcId="{EC323DFF-E2DA-4381-8948-5F3D2CD82207}" destId="{282F7230-9226-4387-9620-3DC67223F95C}" srcOrd="5" destOrd="0" presId="urn:microsoft.com/office/officeart/2009/3/layout/CircleRelationship"/>
    <dgm:cxn modelId="{218BBC07-C0B0-48B2-980B-148E51AEE23B}" type="presParOf" srcId="{EC323DFF-E2DA-4381-8948-5F3D2CD82207}" destId="{2682D7C4-37F7-4CA1-B102-AED7627E9C93}" srcOrd="6" destOrd="0" presId="urn:microsoft.com/office/officeart/2009/3/layout/CircleRelationship"/>
    <dgm:cxn modelId="{AA1E1669-BD7D-411E-94D4-913E8566F654}" type="presParOf" srcId="{EC323DFF-E2DA-4381-8948-5F3D2CD82207}" destId="{CCDD2561-1FC5-4EA6-AD90-3ADAF62A41D1}" srcOrd="7" destOrd="0" presId="urn:microsoft.com/office/officeart/2009/3/layout/CircleRelationship"/>
    <dgm:cxn modelId="{D0F07794-37F8-4175-8296-9725EA64B2E3}" type="presParOf" srcId="{EC323DFF-E2DA-4381-8948-5F3D2CD82207}" destId="{DD36342D-1CB9-480B-9443-592ECACCB1B2}" srcOrd="8" destOrd="0" presId="urn:microsoft.com/office/officeart/2009/3/layout/CircleRelationship"/>
    <dgm:cxn modelId="{8AE7B659-C31F-4F52-9686-C1ABB63B1EA9}" type="presParOf" srcId="{DD36342D-1CB9-480B-9443-592ECACCB1B2}" destId="{2470B0FE-F3CE-48F3-AE82-73016C487D68}" srcOrd="0" destOrd="0" presId="urn:microsoft.com/office/officeart/2009/3/layout/CircleRelationship"/>
    <dgm:cxn modelId="{5834BBB2-34B9-46B9-948C-3BC456B978F5}" type="presParOf" srcId="{EC323DFF-E2DA-4381-8948-5F3D2CD82207}" destId="{1C5C821B-7AF3-4B1C-B3FE-45A337B82741}" srcOrd="9" destOrd="0" presId="urn:microsoft.com/office/officeart/2009/3/layout/CircleRelationship"/>
    <dgm:cxn modelId="{639DABF8-5BDE-484F-A747-33E9F42E376F}" type="presParOf" srcId="{1C5C821B-7AF3-4B1C-B3FE-45A337B82741}" destId="{48BC9D73-B86D-4378-970E-5CD650E31618}" srcOrd="0" destOrd="0" presId="urn:microsoft.com/office/officeart/2009/3/layout/CircleRelationship"/>
    <dgm:cxn modelId="{318F3B25-56D7-4CD3-80CD-4ECF6ABE9097}" type="presParOf" srcId="{EC323DFF-E2DA-4381-8948-5F3D2CD82207}" destId="{EB301C3D-F1F9-4A72-AC54-827EBC1AD812}" srcOrd="10" destOrd="0" presId="urn:microsoft.com/office/officeart/2009/3/layout/CircleRelationship"/>
    <dgm:cxn modelId="{5F192FAF-AA29-4119-9D75-AAF74B2D984A}" type="presParOf" srcId="{EC323DFF-E2DA-4381-8948-5F3D2CD82207}" destId="{6B30F03A-93BA-441A-ABF4-25C2455DF7C0}" srcOrd="11" destOrd="0" presId="urn:microsoft.com/office/officeart/2009/3/layout/CircleRelationship"/>
    <dgm:cxn modelId="{FF4ED7F3-8BF5-4BCE-8EC2-0B8ACBB19BC4}" type="presParOf" srcId="{6B30F03A-93BA-441A-ABF4-25C2455DF7C0}" destId="{0DF8FB3E-B0B0-40D8-B039-0C7B496BBA97}" srcOrd="0" destOrd="0" presId="urn:microsoft.com/office/officeart/2009/3/layout/CircleRelationship"/>
    <dgm:cxn modelId="{89500581-5988-46A4-9DF9-3A7B84A68823}" type="presParOf" srcId="{EC323DFF-E2DA-4381-8948-5F3D2CD82207}" destId="{37FA1CD0-A7DC-4E74-BDC2-224405012EB0}" srcOrd="12" destOrd="0" presId="urn:microsoft.com/office/officeart/2009/3/layout/CircleRelationship"/>
    <dgm:cxn modelId="{7957AFA6-FEBB-441D-B867-7098C7F0D056}" type="presParOf" srcId="{37FA1CD0-A7DC-4E74-BDC2-224405012EB0}" destId="{022614F8-042B-41CB-A6A7-8094C903EB2F}" srcOrd="0" destOrd="0" presId="urn:microsoft.com/office/officeart/2009/3/layout/CircleRelationship"/>
    <dgm:cxn modelId="{93B1B3BC-398A-43F6-862B-AA461BA776D1}" type="presParOf" srcId="{EC323DFF-E2DA-4381-8948-5F3D2CD82207}" destId="{BA4661A9-DFAB-468E-97BE-F29D08FF69A9}" srcOrd="13" destOrd="0" presId="urn:microsoft.com/office/officeart/2009/3/layout/CircleRelationship"/>
    <dgm:cxn modelId="{063A3997-1101-4FAD-B1B6-AA0965152552}" type="presParOf" srcId="{BA4661A9-DFAB-468E-97BE-F29D08FF69A9}" destId="{C85BB588-B4E8-4D50-9280-4D4F2686007C}" srcOrd="0" destOrd="0" presId="urn:microsoft.com/office/officeart/2009/3/layout/CircleRelationship"/>
    <dgm:cxn modelId="{FC97D9E9-887D-41E0-B8B0-F312DD389B60}" type="presParOf" srcId="{EC323DFF-E2DA-4381-8948-5F3D2CD82207}" destId="{F96C4BF3-01A0-4954-9EDC-7378B83410FA}" srcOrd="14" destOrd="0" presId="urn:microsoft.com/office/officeart/2009/3/layout/CircleRelationship"/>
    <dgm:cxn modelId="{BB43CAFC-0BAB-4A5B-BF06-921F4D0642CE}" type="presParOf" srcId="{EC323DFF-E2DA-4381-8948-5F3D2CD82207}" destId="{341DFD49-6C97-46E7-BF1B-315225AB352C}" srcOrd="15" destOrd="0" presId="urn:microsoft.com/office/officeart/2009/3/layout/CircleRelationship"/>
    <dgm:cxn modelId="{4009C892-4909-471B-8C48-5CA1A57226D6}" type="presParOf" srcId="{341DFD49-6C97-46E7-BF1B-315225AB352C}" destId="{D9926FBF-F73A-4510-A9B6-6AB1347B115A}" srcOrd="0" destOrd="0" presId="urn:microsoft.com/office/officeart/2009/3/layout/CircleRelationship"/>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40066-1B2E-4C4E-80A2-97E86ABFA479}">
      <dsp:nvSpPr>
        <dsp:cNvPr id="0" name=""/>
        <dsp:cNvSpPr/>
      </dsp:nvSpPr>
      <dsp:spPr>
        <a:xfrm>
          <a:off x="1195" y="2013109"/>
          <a:ext cx="512662" cy="5126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5B2F71-E638-412C-8147-FC7081E08B04}">
      <dsp:nvSpPr>
        <dsp:cNvPr id="0" name=""/>
        <dsp:cNvSpPr/>
      </dsp:nvSpPr>
      <dsp:spPr>
        <a:xfrm>
          <a:off x="108854" y="2120763"/>
          <a:ext cx="297344" cy="29734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5AF25A-E676-44EA-BB66-F2100ACAD1CB}">
      <dsp:nvSpPr>
        <dsp:cNvPr id="0" name=""/>
        <dsp:cNvSpPr/>
      </dsp:nvSpPr>
      <dsp:spPr>
        <a:xfrm>
          <a:off x="757764" y="2095284"/>
          <a:ext cx="1208418" cy="512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ctr" anchorCtr="0">
          <a:noAutofit/>
        </a:bodyPr>
        <a:lstStyle/>
        <a:p>
          <a:pPr marL="0" lvl="0" indent="0" algn="l" defTabSz="1066800">
            <a:lnSpc>
              <a:spcPct val="100000"/>
            </a:lnSpc>
            <a:spcBef>
              <a:spcPct val="0"/>
            </a:spcBef>
            <a:spcAft>
              <a:spcPct val="35000"/>
            </a:spcAft>
            <a:buNone/>
          </a:pPr>
          <a:endParaRPr lang="it-IT" sz="2400" kern="1200" noProof="0" dirty="0"/>
        </a:p>
      </dsp:txBody>
      <dsp:txXfrm>
        <a:off x="757764" y="2095284"/>
        <a:ext cx="1208418" cy="512662"/>
      </dsp:txXfrm>
    </dsp:sp>
    <dsp:sp modelId="{75512A68-FA50-4392-A441-C6EC352FE606}">
      <dsp:nvSpPr>
        <dsp:cNvPr id="0" name=""/>
        <dsp:cNvSpPr/>
      </dsp:nvSpPr>
      <dsp:spPr>
        <a:xfrm>
          <a:off x="12563" y="1149314"/>
          <a:ext cx="512662" cy="512662"/>
        </a:xfrm>
        <a:prstGeom prst="ellipse">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C425A8E1-258A-4D4B-9D55-24376C0AB360}">
      <dsp:nvSpPr>
        <dsp:cNvPr id="0" name=""/>
        <dsp:cNvSpPr/>
      </dsp:nvSpPr>
      <dsp:spPr>
        <a:xfrm>
          <a:off x="123030" y="1257314"/>
          <a:ext cx="297344" cy="2973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23C7F31-A7C1-43C9-AE27-AAE9100EE1FE}">
      <dsp:nvSpPr>
        <dsp:cNvPr id="0" name=""/>
        <dsp:cNvSpPr/>
      </dsp:nvSpPr>
      <dsp:spPr>
        <a:xfrm>
          <a:off x="772638" y="1174040"/>
          <a:ext cx="2202717" cy="512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ctr" anchorCtr="0">
          <a:noAutofit/>
        </a:bodyPr>
        <a:lstStyle/>
        <a:p>
          <a:pPr marL="0" lvl="0" indent="0" algn="l" defTabSz="1066800">
            <a:lnSpc>
              <a:spcPct val="100000"/>
            </a:lnSpc>
            <a:spcBef>
              <a:spcPct val="0"/>
            </a:spcBef>
            <a:spcAft>
              <a:spcPct val="35000"/>
            </a:spcAft>
            <a:buNone/>
          </a:pPr>
          <a:endParaRPr lang="it-IT" sz="2400" kern="1200" noProof="0" dirty="0"/>
        </a:p>
      </dsp:txBody>
      <dsp:txXfrm>
        <a:off x="772638" y="1174040"/>
        <a:ext cx="2202717" cy="512662"/>
      </dsp:txXfrm>
    </dsp:sp>
    <dsp:sp modelId="{7089FE6B-57E5-4306-8097-E758E000C828}">
      <dsp:nvSpPr>
        <dsp:cNvPr id="0" name=""/>
        <dsp:cNvSpPr/>
      </dsp:nvSpPr>
      <dsp:spPr>
        <a:xfrm>
          <a:off x="1195" y="2872383"/>
          <a:ext cx="512662" cy="512662"/>
        </a:xfrm>
        <a:prstGeom prst="ellipse">
          <a:avLst/>
        </a:prstGeom>
        <a:solidFill>
          <a:srgbClr val="EE6082"/>
        </a:solidFill>
        <a:ln>
          <a:noFill/>
        </a:ln>
        <a:effectLst/>
      </dsp:spPr>
      <dsp:style>
        <a:lnRef idx="0">
          <a:scrgbClr r="0" g="0" b="0"/>
        </a:lnRef>
        <a:fillRef idx="1">
          <a:scrgbClr r="0" g="0" b="0"/>
        </a:fillRef>
        <a:effectRef idx="0">
          <a:scrgbClr r="0" g="0" b="0"/>
        </a:effectRef>
        <a:fontRef idx="minor"/>
      </dsp:style>
    </dsp:sp>
    <dsp:sp modelId="{41C0BC0F-FFD5-42B5-B952-9316B9364F6F}">
      <dsp:nvSpPr>
        <dsp:cNvPr id="0" name=""/>
        <dsp:cNvSpPr/>
      </dsp:nvSpPr>
      <dsp:spPr>
        <a:xfrm>
          <a:off x="108854" y="2959515"/>
          <a:ext cx="297344" cy="29734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03AFE5-FAA2-4D8A-AEFA-D3C5CB41E5BC}">
      <dsp:nvSpPr>
        <dsp:cNvPr id="0" name=""/>
        <dsp:cNvSpPr/>
      </dsp:nvSpPr>
      <dsp:spPr>
        <a:xfrm>
          <a:off x="623714" y="2872383"/>
          <a:ext cx="1208418" cy="512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ctr" anchorCtr="0">
          <a:noAutofit/>
        </a:bodyPr>
        <a:lstStyle/>
        <a:p>
          <a:pPr marL="0" lvl="0" indent="0" algn="l" defTabSz="1066800">
            <a:lnSpc>
              <a:spcPct val="100000"/>
            </a:lnSpc>
            <a:spcBef>
              <a:spcPct val="0"/>
            </a:spcBef>
            <a:spcAft>
              <a:spcPct val="35000"/>
            </a:spcAft>
            <a:buNone/>
          </a:pPr>
          <a:endParaRPr lang="it-IT" sz="2400" kern="1200" noProof="0" dirty="0"/>
        </a:p>
      </dsp:txBody>
      <dsp:txXfrm>
        <a:off x="623714" y="2872383"/>
        <a:ext cx="1208418" cy="5126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EB127-C2F5-4C0D-B108-CC2B3F78F4F1}">
      <dsp:nvSpPr>
        <dsp:cNvPr id="0" name=""/>
        <dsp:cNvSpPr/>
      </dsp:nvSpPr>
      <dsp:spPr>
        <a:xfrm>
          <a:off x="2710762" y="110931"/>
          <a:ext cx="3425200" cy="3240769"/>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rtlCol="0" anchor="ctr" anchorCtr="0">
          <a:noAutofit/>
        </a:bodyPr>
        <a:lstStyle/>
        <a:p>
          <a:pPr marL="0" lvl="0" indent="0" algn="ctr" defTabSz="1244600" rtl="0">
            <a:lnSpc>
              <a:spcPct val="90000"/>
            </a:lnSpc>
            <a:spcBef>
              <a:spcPct val="0"/>
            </a:spcBef>
            <a:spcAft>
              <a:spcPct val="35000"/>
            </a:spcAft>
            <a:buNone/>
          </a:pPr>
          <a:r>
            <a:rPr lang="it-IT" sz="2800" b="1" kern="1200" noProof="0" dirty="0"/>
            <a:t>WAVELET</a:t>
          </a:r>
        </a:p>
        <a:p>
          <a:pPr marL="0" lvl="0" indent="0" algn="ctr" defTabSz="1244600" rtl="0">
            <a:lnSpc>
              <a:spcPct val="90000"/>
            </a:lnSpc>
            <a:spcBef>
              <a:spcPct val="0"/>
            </a:spcBef>
            <a:spcAft>
              <a:spcPct val="35000"/>
            </a:spcAft>
            <a:buNone/>
          </a:pPr>
          <a:r>
            <a:rPr lang="it-IT" sz="2800" b="1" kern="1200" noProof="0" dirty="0" err="1"/>
            <a:t>as</a:t>
          </a:r>
          <a:r>
            <a:rPr lang="it-IT" sz="2800" b="1" kern="1200" noProof="0" dirty="0"/>
            <a:t> band pass filter </a:t>
          </a:r>
        </a:p>
      </dsp:txBody>
      <dsp:txXfrm>
        <a:off x="3212371" y="585531"/>
        <a:ext cx="2421982" cy="2291569"/>
      </dsp:txXfrm>
    </dsp:sp>
    <dsp:sp modelId="{8A0FF0D8-0AF7-44A4-833E-7EA23A507B5A}">
      <dsp:nvSpPr>
        <dsp:cNvPr id="0" name=""/>
        <dsp:cNvSpPr/>
      </dsp:nvSpPr>
      <dsp:spPr>
        <a:xfrm>
          <a:off x="1923545" y="3994127"/>
          <a:ext cx="420067" cy="420248"/>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988BAF3-9DE2-4A25-84FE-B7C476401BC3}">
      <dsp:nvSpPr>
        <dsp:cNvPr id="0" name=""/>
        <dsp:cNvSpPr/>
      </dsp:nvSpPr>
      <dsp:spPr>
        <a:xfrm>
          <a:off x="3486908" y="3255811"/>
          <a:ext cx="45718" cy="45719"/>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288D093-07AF-4EEB-B57C-FB5DA4420E30}">
      <dsp:nvSpPr>
        <dsp:cNvPr id="0" name=""/>
        <dsp:cNvSpPr/>
      </dsp:nvSpPr>
      <dsp:spPr>
        <a:xfrm flipV="1">
          <a:off x="4797827" y="3430965"/>
          <a:ext cx="45718" cy="45719"/>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99685E2-34CD-4723-A342-ED2D0CA22ECA}">
      <dsp:nvSpPr>
        <dsp:cNvPr id="0" name=""/>
        <dsp:cNvSpPr/>
      </dsp:nvSpPr>
      <dsp:spPr>
        <a:xfrm>
          <a:off x="372406" y="3994127"/>
          <a:ext cx="420067" cy="420248"/>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82F7230-9226-4387-9620-3DC67223F95C}">
      <dsp:nvSpPr>
        <dsp:cNvPr id="0" name=""/>
        <dsp:cNvSpPr/>
      </dsp:nvSpPr>
      <dsp:spPr>
        <a:xfrm>
          <a:off x="8128172" y="1679972"/>
          <a:ext cx="304587" cy="304591"/>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682D7C4-37F7-4CA1-B102-AED7627E9C93}">
      <dsp:nvSpPr>
        <dsp:cNvPr id="0" name=""/>
        <dsp:cNvSpPr/>
      </dsp:nvSpPr>
      <dsp:spPr>
        <a:xfrm>
          <a:off x="2024561" y="2155355"/>
          <a:ext cx="304587" cy="304591"/>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CDD2561-1FC5-4EA6-AD90-3ADAF62A41D1}">
      <dsp:nvSpPr>
        <dsp:cNvPr id="0" name=""/>
        <dsp:cNvSpPr/>
      </dsp:nvSpPr>
      <dsp:spPr>
        <a:xfrm>
          <a:off x="-575863" y="-482901"/>
          <a:ext cx="3798040" cy="3841400"/>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rtlCol="0" anchor="ctr" anchorCtr="0">
          <a:noAutofit/>
        </a:bodyPr>
        <a:lstStyle/>
        <a:p>
          <a:pPr marL="0" lvl="0" indent="0" algn="ctr" defTabSz="889000" rtl="0">
            <a:lnSpc>
              <a:spcPct val="90000"/>
            </a:lnSpc>
            <a:spcBef>
              <a:spcPct val="0"/>
            </a:spcBef>
            <a:spcAft>
              <a:spcPct val="35000"/>
            </a:spcAft>
            <a:buNone/>
          </a:pPr>
          <a:r>
            <a:rPr lang="en-US" sz="2000" kern="1200" dirty="0"/>
            <a:t>QRS detection using wavelet is excellent in cases of clean ECG (e.g. electrodes on the chest), but when the ECG is noisy (e.g. FECG), the wavelet can </a:t>
          </a:r>
          <a:r>
            <a:rPr lang="en-US" sz="2000" u="sng" kern="1200" dirty="0"/>
            <a:t>emphasize artifacts and  noise </a:t>
          </a:r>
          <a:r>
            <a:rPr lang="en-US" sz="2000" kern="1200" dirty="0"/>
            <a:t>in addition to the ECG itself</a:t>
          </a:r>
          <a:endParaRPr lang="it-IT" sz="1400" b="1" kern="1200" noProof="0" dirty="0"/>
        </a:p>
      </dsp:txBody>
      <dsp:txXfrm>
        <a:off x="-19653" y="79659"/>
        <a:ext cx="2685620" cy="2716280"/>
      </dsp:txXfrm>
    </dsp:sp>
    <dsp:sp modelId="{2470B0FE-F3CE-48F3-AE82-73016C487D68}">
      <dsp:nvSpPr>
        <dsp:cNvPr id="0" name=""/>
        <dsp:cNvSpPr/>
      </dsp:nvSpPr>
      <dsp:spPr>
        <a:xfrm flipV="1">
          <a:off x="4635394" y="2797126"/>
          <a:ext cx="45720" cy="51682"/>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8BC9D73-B86D-4378-970E-5CD650E31618}">
      <dsp:nvSpPr>
        <dsp:cNvPr id="0" name=""/>
        <dsp:cNvSpPr/>
      </dsp:nvSpPr>
      <dsp:spPr>
        <a:xfrm>
          <a:off x="729584" y="3424434"/>
          <a:ext cx="759531" cy="759714"/>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B301C3D-F1F9-4A72-AC54-827EBC1AD812}">
      <dsp:nvSpPr>
        <dsp:cNvPr id="0" name=""/>
        <dsp:cNvSpPr/>
      </dsp:nvSpPr>
      <dsp:spPr>
        <a:xfrm>
          <a:off x="5815285" y="-478298"/>
          <a:ext cx="2387473" cy="2386926"/>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rtlCol="0" anchor="ctr" anchorCtr="0">
          <a:noAutofit/>
        </a:bodyPr>
        <a:lstStyle/>
        <a:p>
          <a:pPr marL="0" lvl="0" indent="0" algn="ctr" defTabSz="889000" rtl="0">
            <a:lnSpc>
              <a:spcPct val="90000"/>
            </a:lnSpc>
            <a:spcBef>
              <a:spcPct val="0"/>
            </a:spcBef>
            <a:spcAft>
              <a:spcPct val="35000"/>
            </a:spcAft>
            <a:buNone/>
          </a:pPr>
          <a:r>
            <a:rPr lang="it-IT" sz="2000" b="0" kern="1200" noProof="0" dirty="0"/>
            <a:t>The </a:t>
          </a:r>
          <a:r>
            <a:rPr lang="it-IT" sz="2000" b="1" kern="1200" noProof="0" dirty="0"/>
            <a:t>sym4 </a:t>
          </a:r>
          <a:r>
            <a:rPr lang="it-IT" sz="2000" b="0" kern="1200" noProof="0" dirty="0" err="1"/>
            <a:t>wavelet</a:t>
          </a:r>
          <a:r>
            <a:rPr lang="it-IT" sz="2000" b="0" kern="1200" noProof="0" dirty="0"/>
            <a:t> </a:t>
          </a:r>
          <a:r>
            <a:rPr lang="it-IT" sz="2000" b="0" kern="1200" noProof="0" dirty="0" err="1"/>
            <a:t>resembles</a:t>
          </a:r>
          <a:r>
            <a:rPr lang="it-IT" sz="2000" b="0" kern="1200" noProof="0" dirty="0"/>
            <a:t> the QRS </a:t>
          </a:r>
          <a:r>
            <a:rPr lang="it-IT" sz="2000" b="0" kern="1200" noProof="0" dirty="0" err="1"/>
            <a:t>complex</a:t>
          </a:r>
          <a:endParaRPr lang="it-IT" sz="1400" b="0" kern="1200" noProof="0" dirty="0"/>
        </a:p>
      </dsp:txBody>
      <dsp:txXfrm>
        <a:off x="6164922" y="-128741"/>
        <a:ext cx="1688199" cy="1687812"/>
      </dsp:txXfrm>
    </dsp:sp>
    <dsp:sp modelId="{0DF8FB3E-B0B0-40D8-B039-0C7B496BBA97}">
      <dsp:nvSpPr>
        <dsp:cNvPr id="0" name=""/>
        <dsp:cNvSpPr/>
      </dsp:nvSpPr>
      <dsp:spPr>
        <a:xfrm>
          <a:off x="8012692" y="1147795"/>
          <a:ext cx="420067" cy="420248"/>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22614F8-042B-41CB-A6A7-8094C903EB2F}">
      <dsp:nvSpPr>
        <dsp:cNvPr id="0" name=""/>
        <dsp:cNvSpPr/>
      </dsp:nvSpPr>
      <dsp:spPr>
        <a:xfrm>
          <a:off x="0" y="4109784"/>
          <a:ext cx="304587" cy="304591"/>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85BB588-B4E8-4D50-9280-4D4F2686007C}">
      <dsp:nvSpPr>
        <dsp:cNvPr id="0" name=""/>
        <dsp:cNvSpPr/>
      </dsp:nvSpPr>
      <dsp:spPr>
        <a:xfrm>
          <a:off x="4265234" y="544482"/>
          <a:ext cx="61392" cy="45719"/>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96C4BF3-01A0-4954-9EDC-7378B83410FA}">
      <dsp:nvSpPr>
        <dsp:cNvPr id="0" name=""/>
        <dsp:cNvSpPr/>
      </dsp:nvSpPr>
      <dsp:spPr>
        <a:xfrm>
          <a:off x="5777792" y="1764800"/>
          <a:ext cx="3230830" cy="3054614"/>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rtlCol="0" anchor="ctr" anchorCtr="0">
          <a:noAutofit/>
        </a:bodyPr>
        <a:lstStyle/>
        <a:p>
          <a:pPr marL="0" lvl="0" indent="0" algn="ctr" defTabSz="1289050" rtl="0">
            <a:lnSpc>
              <a:spcPct val="90000"/>
            </a:lnSpc>
            <a:spcBef>
              <a:spcPct val="0"/>
            </a:spcBef>
            <a:spcAft>
              <a:spcPct val="35000"/>
            </a:spcAft>
            <a:buNone/>
          </a:pPr>
          <a:r>
            <a:rPr lang="it-IT" sz="2900" b="1" kern="1200" noProof="0" dirty="0"/>
            <a:t>Automazione</a:t>
          </a:r>
        </a:p>
      </dsp:txBody>
      <dsp:txXfrm>
        <a:off x="6250936" y="2212138"/>
        <a:ext cx="2284542" cy="2159938"/>
      </dsp:txXfrm>
    </dsp:sp>
    <dsp:sp modelId="{D9926FBF-F73A-4510-A9B6-6AB1347B115A}">
      <dsp:nvSpPr>
        <dsp:cNvPr id="0" name=""/>
        <dsp:cNvSpPr/>
      </dsp:nvSpPr>
      <dsp:spPr>
        <a:xfrm>
          <a:off x="6191908" y="2548234"/>
          <a:ext cx="304587" cy="304591"/>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Processo cerchi"/>
  <dgm:desc val="Da usare per mostrare i passaggi sequenziali in un processo. Limitato a 11 forme di livello 1 con un numero illimitato di forme di livello 2. Si ottengono risultati ottimali con minime quantità di testo. Il testo inutilizzato non viene visualizzato, ma resta disponibile se si cambia layou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a:p>
        </p:txBody>
      </p:sp>
      <p:sp>
        <p:nvSpPr>
          <p:cNvPr id="3" name="Segnaposto data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D886A8C-5A3C-49B5-921E-668EDFFA925A}" type="datetime1">
              <a:rPr lang="it-IT" smtClean="0"/>
              <a:t>09/07/2024</a:t>
            </a:fld>
            <a:endParaRPr lang="it-IT"/>
          </a:p>
        </p:txBody>
      </p:sp>
      <p:sp>
        <p:nvSpPr>
          <p:cNvPr id="4" name="Segnaposto piè di pagina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a:p>
        </p:txBody>
      </p:sp>
      <p:sp>
        <p:nvSpPr>
          <p:cNvPr id="5" name="Segnaposto numero diapositiva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EC605DA-80A8-4B7B-B889-6C5700BB4CEA}" type="slidenum">
              <a:rPr lang="it-IT" smtClean="0"/>
              <a:t>‹N›</a:t>
            </a:fld>
            <a:endParaRPr lang="it-IT"/>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noProof="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53B7065-BDF9-4B86-AAAE-34B6A26E2649}" type="datetime1">
              <a:rPr lang="it-IT" noProof="0" smtClean="0"/>
              <a:t>09/07/2024</a:t>
            </a:fld>
            <a:endParaRPr lang="it-IT" noProof="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t-IT" noProof="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noProof="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3544625-0ADF-4414-89A2-9E135F0C849F}" type="slidenum">
              <a:rPr lang="it-IT" noProof="0" smtClean="0"/>
              <a:t>‹N›</a:t>
            </a:fld>
            <a:endParaRPr lang="it-IT" noProof="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a:t>
            </a:fld>
            <a:endParaRPr lang="it-IT"/>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2</a:t>
            </a:fld>
            <a:endParaRPr lang="it-IT"/>
          </a:p>
        </p:txBody>
      </p:sp>
    </p:spTree>
    <p:extLst>
      <p:ext uri="{BB962C8B-B14F-4D97-AF65-F5344CB8AC3E}">
        <p14:creationId xmlns:p14="http://schemas.microsoft.com/office/powerpoint/2010/main" val="876545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3</a:t>
            </a:fld>
            <a:endParaRPr lang="it-IT"/>
          </a:p>
        </p:txBody>
      </p:sp>
    </p:spTree>
    <p:extLst>
      <p:ext uri="{BB962C8B-B14F-4D97-AF65-F5344CB8AC3E}">
        <p14:creationId xmlns:p14="http://schemas.microsoft.com/office/powerpoint/2010/main" val="72403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4</a:t>
            </a:fld>
            <a:endParaRPr lang="it-IT"/>
          </a:p>
        </p:txBody>
      </p:sp>
    </p:spTree>
    <p:extLst>
      <p:ext uri="{BB962C8B-B14F-4D97-AF65-F5344CB8AC3E}">
        <p14:creationId xmlns:p14="http://schemas.microsoft.com/office/powerpoint/2010/main" val="1213099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5</a:t>
            </a:fld>
            <a:endParaRPr lang="it-IT"/>
          </a:p>
        </p:txBody>
      </p:sp>
    </p:spTree>
    <p:extLst>
      <p:ext uri="{BB962C8B-B14F-4D97-AF65-F5344CB8AC3E}">
        <p14:creationId xmlns:p14="http://schemas.microsoft.com/office/powerpoint/2010/main" val="1636654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6</a:t>
            </a:fld>
            <a:endParaRPr lang="it-IT"/>
          </a:p>
        </p:txBody>
      </p:sp>
    </p:spTree>
    <p:extLst>
      <p:ext uri="{BB962C8B-B14F-4D97-AF65-F5344CB8AC3E}">
        <p14:creationId xmlns:p14="http://schemas.microsoft.com/office/powerpoint/2010/main" val="2391788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7</a:t>
            </a:fld>
            <a:endParaRPr lang="it-IT"/>
          </a:p>
        </p:txBody>
      </p:sp>
    </p:spTree>
    <p:extLst>
      <p:ext uri="{BB962C8B-B14F-4D97-AF65-F5344CB8AC3E}">
        <p14:creationId xmlns:p14="http://schemas.microsoft.com/office/powerpoint/2010/main" val="2288903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8</a:t>
            </a:fld>
            <a:endParaRPr lang="it-IT"/>
          </a:p>
        </p:txBody>
      </p:sp>
    </p:spTree>
    <p:extLst>
      <p:ext uri="{BB962C8B-B14F-4D97-AF65-F5344CB8AC3E}">
        <p14:creationId xmlns:p14="http://schemas.microsoft.com/office/powerpoint/2010/main" val="3845432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9</a:t>
            </a:fld>
            <a:endParaRPr lang="it-IT"/>
          </a:p>
        </p:txBody>
      </p:sp>
    </p:spTree>
    <p:extLst>
      <p:ext uri="{BB962C8B-B14F-4D97-AF65-F5344CB8AC3E}">
        <p14:creationId xmlns:p14="http://schemas.microsoft.com/office/powerpoint/2010/main" val="3786931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10</a:t>
            </a:fld>
            <a:endParaRPr lang="it-IT"/>
          </a:p>
        </p:txBody>
      </p:sp>
    </p:spTree>
    <p:extLst>
      <p:ext uri="{BB962C8B-B14F-4D97-AF65-F5344CB8AC3E}">
        <p14:creationId xmlns:p14="http://schemas.microsoft.com/office/powerpoint/2010/main" val="2391677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11</a:t>
            </a:fld>
            <a:endParaRPr lang="it-IT"/>
          </a:p>
        </p:txBody>
      </p:sp>
    </p:spTree>
    <p:extLst>
      <p:ext uri="{BB962C8B-B14F-4D97-AF65-F5344CB8AC3E}">
        <p14:creationId xmlns:p14="http://schemas.microsoft.com/office/powerpoint/2010/main" val="431820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12</a:t>
            </a:fld>
            <a:endParaRPr lang="it-IT"/>
          </a:p>
        </p:txBody>
      </p:sp>
    </p:spTree>
    <p:extLst>
      <p:ext uri="{BB962C8B-B14F-4D97-AF65-F5344CB8AC3E}">
        <p14:creationId xmlns:p14="http://schemas.microsoft.com/office/powerpoint/2010/main" val="680045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13</a:t>
            </a:fld>
            <a:endParaRPr lang="it-IT"/>
          </a:p>
        </p:txBody>
      </p:sp>
    </p:spTree>
    <p:extLst>
      <p:ext uri="{BB962C8B-B14F-4D97-AF65-F5344CB8AC3E}">
        <p14:creationId xmlns:p14="http://schemas.microsoft.com/office/powerpoint/2010/main" val="3445014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14</a:t>
            </a:fld>
            <a:endParaRPr lang="it-IT"/>
          </a:p>
        </p:txBody>
      </p:sp>
    </p:spTree>
    <p:extLst>
      <p:ext uri="{BB962C8B-B14F-4D97-AF65-F5344CB8AC3E}">
        <p14:creationId xmlns:p14="http://schemas.microsoft.com/office/powerpoint/2010/main" val="924402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15</a:t>
            </a:fld>
            <a:endParaRPr lang="it-IT"/>
          </a:p>
        </p:txBody>
      </p:sp>
    </p:spTree>
    <p:extLst>
      <p:ext uri="{BB962C8B-B14F-4D97-AF65-F5344CB8AC3E}">
        <p14:creationId xmlns:p14="http://schemas.microsoft.com/office/powerpoint/2010/main" val="2874411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16</a:t>
            </a:fld>
            <a:endParaRPr lang="it-IT"/>
          </a:p>
        </p:txBody>
      </p:sp>
    </p:spTree>
    <p:extLst>
      <p:ext uri="{BB962C8B-B14F-4D97-AF65-F5344CB8AC3E}">
        <p14:creationId xmlns:p14="http://schemas.microsoft.com/office/powerpoint/2010/main" val="28762350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17</a:t>
            </a:fld>
            <a:endParaRPr lang="it-IT"/>
          </a:p>
        </p:txBody>
      </p:sp>
    </p:spTree>
    <p:extLst>
      <p:ext uri="{BB962C8B-B14F-4D97-AF65-F5344CB8AC3E}">
        <p14:creationId xmlns:p14="http://schemas.microsoft.com/office/powerpoint/2010/main" val="2524794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18</a:t>
            </a:fld>
            <a:endParaRPr lang="it-IT"/>
          </a:p>
        </p:txBody>
      </p:sp>
    </p:spTree>
    <p:extLst>
      <p:ext uri="{BB962C8B-B14F-4D97-AF65-F5344CB8AC3E}">
        <p14:creationId xmlns:p14="http://schemas.microsoft.com/office/powerpoint/2010/main" val="173010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a:p>
        </p:txBody>
      </p:sp>
      <p:sp>
        <p:nvSpPr>
          <p:cNvPr id="4" name="Segnaposto numero diapositiva 3"/>
          <p:cNvSpPr>
            <a:spLocks noGrp="1"/>
          </p:cNvSpPr>
          <p:nvPr>
            <p:ph type="sldNum" sz="quarter" idx="5"/>
          </p:nvPr>
        </p:nvSpPr>
        <p:spPr/>
        <p:txBody>
          <a:bodyPr rtlCol="0"/>
          <a:lstStyle/>
          <a:p>
            <a:pPr rtl="0"/>
            <a:fld id="{F3544625-0ADF-4414-89A2-9E135F0C849F}" type="slidenum">
              <a:rPr lang="it-IT" smtClean="0"/>
              <a:t>19</a:t>
            </a:fld>
            <a:endParaRPr lang="it-IT"/>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bg>
      <p:bgRef idx="1003">
        <a:schemeClr val="bg2"/>
      </p:bgRef>
    </p:bg>
    <p:spTree>
      <p:nvGrpSpPr>
        <p:cNvPr id="1" name=""/>
        <p:cNvGrpSpPr/>
        <p:nvPr/>
      </p:nvGrpSpPr>
      <p:grpSpPr>
        <a:xfrm>
          <a:off x="0" y="0"/>
          <a:ext cx="0" cy="0"/>
          <a:chOff x="0" y="0"/>
          <a:chExt cx="0" cy="0"/>
        </a:xfrm>
      </p:grpSpPr>
      <p:pic>
        <p:nvPicPr>
          <p:cNvPr id="7" name="Immagin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ctrTitle"/>
          </p:nvPr>
        </p:nvSpPr>
        <p:spPr>
          <a:xfrm>
            <a:off x="3962399" y="1964267"/>
            <a:ext cx="7197726" cy="2421464"/>
          </a:xfrm>
        </p:spPr>
        <p:txBody>
          <a:bodyPr rtlCol="0" anchor="b">
            <a:normAutofit/>
          </a:bodyPr>
          <a:lstStyle>
            <a:lvl1pPr algn="r">
              <a:defRPr sz="4800">
                <a:effectLst/>
              </a:defRPr>
            </a:lvl1pPr>
          </a:lstStyle>
          <a:p>
            <a:pPr rtl="0"/>
            <a:r>
              <a:rPr lang="it-IT" noProof="0"/>
              <a:t>Fare clic per modificare lo stile del titolo dello schema</a:t>
            </a:r>
          </a:p>
        </p:txBody>
      </p:sp>
      <p:sp>
        <p:nvSpPr>
          <p:cNvPr id="3" name="Sottotitolo 2"/>
          <p:cNvSpPr>
            <a:spLocks noGrp="1"/>
          </p:cNvSpPr>
          <p:nvPr>
            <p:ph type="subTitle" idx="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it-IT" noProof="0"/>
              <a:t>Fare clic per modificare lo stile del sottotitolo dello schema</a:t>
            </a:r>
          </a:p>
        </p:txBody>
      </p:sp>
      <p:sp>
        <p:nvSpPr>
          <p:cNvPr id="4" name="Segnaposto data 3"/>
          <p:cNvSpPr>
            <a:spLocks noGrp="1"/>
          </p:cNvSpPr>
          <p:nvPr>
            <p:ph type="dt" sz="half" idx="10"/>
          </p:nvPr>
        </p:nvSpPr>
        <p:spPr>
          <a:xfrm>
            <a:off x="8932558" y="5870575"/>
            <a:ext cx="1600200" cy="377825"/>
          </a:xfrm>
        </p:spPr>
        <p:txBody>
          <a:bodyPr rtlCol="0"/>
          <a:lstStyle/>
          <a:p>
            <a:pPr rtl="0"/>
            <a:fld id="{E298E096-4FAF-406E-A7AA-CE40D86A6F90}" type="datetime1">
              <a:rPr lang="it-IT" noProof="0" smtClean="0"/>
              <a:t>09/07/2024</a:t>
            </a:fld>
            <a:endParaRPr lang="it-IT" noProof="0"/>
          </a:p>
        </p:txBody>
      </p:sp>
      <p:sp>
        <p:nvSpPr>
          <p:cNvPr id="5" name="Segnaposto piè di pagina 4"/>
          <p:cNvSpPr>
            <a:spLocks noGrp="1"/>
          </p:cNvSpPr>
          <p:nvPr>
            <p:ph type="ftr" sz="quarter" idx="11"/>
          </p:nvPr>
        </p:nvSpPr>
        <p:spPr>
          <a:xfrm>
            <a:off x="3962399" y="5870575"/>
            <a:ext cx="4893958" cy="377825"/>
          </a:xfrm>
        </p:spPr>
        <p:txBody>
          <a:bodyPr rtlCol="0"/>
          <a:lstStyle/>
          <a:p>
            <a:pPr rtl="0"/>
            <a:endParaRPr lang="it-IT" noProof="0"/>
          </a:p>
        </p:txBody>
      </p:sp>
      <p:sp>
        <p:nvSpPr>
          <p:cNvPr id="6" name="Segnaposto numero diapositiva 5"/>
          <p:cNvSpPr>
            <a:spLocks noGrp="1"/>
          </p:cNvSpPr>
          <p:nvPr>
            <p:ph type="sldNum" sz="quarter" idx="12"/>
          </p:nvPr>
        </p:nvSpPr>
        <p:spPr>
          <a:xfrm>
            <a:off x="10608958" y="5870575"/>
            <a:ext cx="551167" cy="377825"/>
          </a:xfrm>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pic>
        <p:nvPicPr>
          <p:cNvPr id="7" name="Immagin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contenuto 2"/>
          <p:cNvSpPr>
            <a:spLocks noGrp="1"/>
          </p:cNvSpPr>
          <p:nvPr>
            <p:ph idx="1"/>
          </p:nvPr>
        </p:nvSpPr>
        <p:spPr/>
        <p:txBody>
          <a:bodyPr rtlCol="0" anchor="ct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data 3"/>
          <p:cNvSpPr>
            <a:spLocks noGrp="1"/>
          </p:cNvSpPr>
          <p:nvPr>
            <p:ph type="dt" sz="half" idx="10"/>
          </p:nvPr>
        </p:nvSpPr>
        <p:spPr/>
        <p:txBody>
          <a:bodyPr rtlCol="0"/>
          <a:lstStyle/>
          <a:p>
            <a:pPr rtl="0"/>
            <a:fld id="{53F3FB02-F67C-4D1B-AA1F-1450BE5987DC}"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pic>
        <p:nvPicPr>
          <p:cNvPr id="7" name="Immagin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0" y="3308581"/>
            <a:ext cx="10131427" cy="1468800"/>
          </a:xfrm>
        </p:spPr>
        <p:txBody>
          <a:bodyPr rtlCol="0" anchor="b"/>
          <a:lstStyle>
            <a:lvl1pPr algn="l">
              <a:defRPr sz="4000" b="0" cap="all"/>
            </a:lvl1pPr>
          </a:lstStyle>
          <a:p>
            <a:pPr rtl="0"/>
            <a:r>
              <a:rPr lang="it-IT" noProof="0"/>
              <a:t>Fare clic per modificare lo stile del titolo dello schema</a:t>
            </a:r>
          </a:p>
        </p:txBody>
      </p:sp>
      <p:sp>
        <p:nvSpPr>
          <p:cNvPr id="3" name="Segnaposto testo 2"/>
          <p:cNvSpPr>
            <a:spLocks noGrp="1"/>
          </p:cNvSpPr>
          <p:nvPr>
            <p:ph type="body" idx="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95235AFB-DA10-4B8C-A255-97E1BECD99CE}"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pic>
        <p:nvPicPr>
          <p:cNvPr id="8" name="Immagin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contenuto 2"/>
          <p:cNvSpPr>
            <a:spLocks noGrp="1"/>
          </p:cNvSpPr>
          <p:nvPr>
            <p:ph sz="half" idx="1"/>
          </p:nvPr>
        </p:nvSpPr>
        <p:spPr>
          <a:xfrm>
            <a:off x="685802" y="2142067"/>
            <a:ext cx="4995334" cy="3649134"/>
          </a:xfrm>
        </p:spPr>
        <p:txBody>
          <a:bodyPr rtlCol="0">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contenuto 3"/>
          <p:cNvSpPr>
            <a:spLocks noGrp="1"/>
          </p:cNvSpPr>
          <p:nvPr>
            <p:ph sz="half" idx="2"/>
          </p:nvPr>
        </p:nvSpPr>
        <p:spPr>
          <a:xfrm>
            <a:off x="5821895" y="2142067"/>
            <a:ext cx="4995332" cy="3649133"/>
          </a:xfrm>
        </p:spPr>
        <p:txBody>
          <a:bodyPr rtlCol="0">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5" name="Segnaposto data 4"/>
          <p:cNvSpPr>
            <a:spLocks noGrp="1"/>
          </p:cNvSpPr>
          <p:nvPr>
            <p:ph type="dt" sz="half" idx="10"/>
          </p:nvPr>
        </p:nvSpPr>
        <p:spPr/>
        <p:txBody>
          <a:bodyPr rtlCol="0"/>
          <a:lstStyle/>
          <a:p>
            <a:pPr rtl="0"/>
            <a:fld id="{7F9B3DDE-0E8E-42FB-AD20-6EE04934EF2A}" type="datetime1">
              <a:rPr lang="it-IT" noProof="0" smtClean="0"/>
              <a:t>09/07/2024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lvl1pPr>
              <a:defRPr/>
            </a:lvl1pPr>
          </a:lstStyle>
          <a:p>
            <a:pPr rtl="0"/>
            <a:r>
              <a:rPr lang="it-IT" noProof="0"/>
              <a:t>Fare clic per modificare lo stile del titolo dello schema</a:t>
            </a:r>
          </a:p>
        </p:txBody>
      </p:sp>
      <p:sp>
        <p:nvSpPr>
          <p:cNvPr id="3" name="Segnaposto testo 2"/>
          <p:cNvSpPr>
            <a:spLocks noGrp="1"/>
          </p:cNvSpPr>
          <p:nvPr>
            <p:ph type="body" idx="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4" name="Segnaposto contenuto 3"/>
          <p:cNvSpPr>
            <a:spLocks noGrp="1"/>
          </p:cNvSpPr>
          <p:nvPr>
            <p:ph sz="half" idx="2"/>
          </p:nvPr>
        </p:nvSpPr>
        <p:spPr>
          <a:xfrm>
            <a:off x="685801" y="2870201"/>
            <a:ext cx="4996923" cy="2920998"/>
          </a:xfrm>
        </p:spPr>
        <p:txBody>
          <a:bodyPr rtlCol="0" anchor="t">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5" name="Segnaposto testo 4"/>
          <p:cNvSpPr>
            <a:spLocks noGrp="1"/>
          </p:cNvSpPr>
          <p:nvPr>
            <p:ph type="body" sz="quarter" idx="3"/>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6" name="Segnaposto contenuto 5"/>
          <p:cNvSpPr>
            <a:spLocks noGrp="1"/>
          </p:cNvSpPr>
          <p:nvPr>
            <p:ph sz="quarter" idx="4"/>
          </p:nvPr>
        </p:nvSpPr>
        <p:spPr>
          <a:xfrm>
            <a:off x="5823483" y="2870201"/>
            <a:ext cx="4995334" cy="2920998"/>
          </a:xfrm>
        </p:spPr>
        <p:txBody>
          <a:bodyPr rtlCol="0" anchor="t">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7" name="Segnaposto data 6"/>
          <p:cNvSpPr>
            <a:spLocks noGrp="1"/>
          </p:cNvSpPr>
          <p:nvPr>
            <p:ph type="dt" sz="half" idx="10"/>
          </p:nvPr>
        </p:nvSpPr>
        <p:spPr/>
        <p:txBody>
          <a:bodyPr rtlCol="0"/>
          <a:lstStyle/>
          <a:p>
            <a:pPr rtl="0"/>
            <a:fld id="{84847359-C2AC-4683-9D83-AC2A3F54C5CC}" type="datetime1">
              <a:rPr lang="it-IT" noProof="0" smtClean="0"/>
              <a:t>09/07/2024</a:t>
            </a:fld>
            <a:endParaRPr lang="it-IT" noProof="0"/>
          </a:p>
        </p:txBody>
      </p:sp>
      <p:sp>
        <p:nvSpPr>
          <p:cNvPr id="8" name="Segnaposto piè di pagina 7"/>
          <p:cNvSpPr>
            <a:spLocks noGrp="1"/>
          </p:cNvSpPr>
          <p:nvPr>
            <p:ph type="ftr" sz="quarter" idx="11"/>
          </p:nvPr>
        </p:nvSpPr>
        <p:spPr/>
        <p:txBody>
          <a:bodyPr rtlCol="0"/>
          <a:lstStyle/>
          <a:p>
            <a:pPr rtl="0"/>
            <a:endParaRPr lang="it-IT" noProof="0"/>
          </a:p>
        </p:txBody>
      </p:sp>
      <p:sp>
        <p:nvSpPr>
          <p:cNvPr id="9" name="Segnaposto numero diapositiva 8"/>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pic>
        <p:nvPicPr>
          <p:cNvPr id="6" name="Immagin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data 2"/>
          <p:cNvSpPr>
            <a:spLocks noGrp="1"/>
          </p:cNvSpPr>
          <p:nvPr>
            <p:ph type="dt" sz="half" idx="10"/>
          </p:nvPr>
        </p:nvSpPr>
        <p:spPr/>
        <p:txBody>
          <a:bodyPr rtlCol="0"/>
          <a:lstStyle/>
          <a:p>
            <a:pPr rtl="0"/>
            <a:fld id="{07E47B78-78D6-4046-9454-BBD889156306}" type="datetime1">
              <a:rPr lang="it-IT" noProof="0" smtClean="0"/>
              <a:t>09/07/2024</a:t>
            </a:fld>
            <a:endParaRPr lang="it-IT" noProof="0"/>
          </a:p>
        </p:txBody>
      </p:sp>
      <p:sp>
        <p:nvSpPr>
          <p:cNvPr id="4" name="Segnaposto piè di pagina 3"/>
          <p:cNvSpPr>
            <a:spLocks noGrp="1"/>
          </p:cNvSpPr>
          <p:nvPr>
            <p:ph type="ftr" sz="quarter" idx="11"/>
          </p:nvPr>
        </p:nvSpPr>
        <p:spPr/>
        <p:txBody>
          <a:bodyPr rtlCol="0"/>
          <a:lstStyle/>
          <a:p>
            <a:pPr rtl="0"/>
            <a:endParaRPr lang="it-IT" noProof="0"/>
          </a:p>
        </p:txBody>
      </p:sp>
      <p:sp>
        <p:nvSpPr>
          <p:cNvPr id="5" name="Segnaposto numero diapositiva 4"/>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pic>
        <p:nvPicPr>
          <p:cNvPr id="5" name="Immagin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Segnaposto data 1"/>
          <p:cNvSpPr>
            <a:spLocks noGrp="1"/>
          </p:cNvSpPr>
          <p:nvPr>
            <p:ph type="dt" sz="half" idx="10"/>
          </p:nvPr>
        </p:nvSpPr>
        <p:spPr/>
        <p:txBody>
          <a:bodyPr rtlCol="0"/>
          <a:lstStyle/>
          <a:p>
            <a:pPr rtl="0"/>
            <a:fld id="{0E7B8F20-8463-41AD-81EB-6DD437934228}" type="datetime1">
              <a:rPr lang="it-IT" noProof="0" smtClean="0"/>
              <a:t>09/07/2024</a:t>
            </a:fld>
            <a:endParaRPr lang="it-IT" noProof="0"/>
          </a:p>
        </p:txBody>
      </p:sp>
      <p:sp>
        <p:nvSpPr>
          <p:cNvPr id="3" name="Segnaposto piè di pagina 2"/>
          <p:cNvSpPr>
            <a:spLocks noGrp="1"/>
          </p:cNvSpPr>
          <p:nvPr>
            <p:ph type="ftr" sz="quarter" idx="11"/>
          </p:nvPr>
        </p:nvSpPr>
        <p:spPr/>
        <p:txBody>
          <a:bodyPr rtlCol="0"/>
          <a:lstStyle/>
          <a:p>
            <a:pPr rtl="0"/>
            <a:endParaRPr lang="it-IT" noProof="0"/>
          </a:p>
        </p:txBody>
      </p:sp>
      <p:sp>
        <p:nvSpPr>
          <p:cNvPr id="4" name="Segnaposto numero diapositiva 3"/>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pic>
        <p:nvPicPr>
          <p:cNvPr id="8" name="Immagin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0" y="2074333"/>
            <a:ext cx="3680885" cy="1371600"/>
          </a:xfrm>
        </p:spPr>
        <p:txBody>
          <a:bodyPr rtlCol="0" anchor="b">
            <a:normAutofit/>
          </a:bodyPr>
          <a:lstStyle>
            <a:lvl1pPr algn="l">
              <a:defRPr sz="2400" b="0"/>
            </a:lvl1pPr>
          </a:lstStyle>
          <a:p>
            <a:pPr rtl="0"/>
            <a:r>
              <a:rPr lang="it-IT" noProof="0"/>
              <a:t>Fare clic per modificare lo stile del titolo dello schema</a:t>
            </a:r>
          </a:p>
        </p:txBody>
      </p:sp>
      <p:sp>
        <p:nvSpPr>
          <p:cNvPr id="3" name="Segnaposto contenuto 2"/>
          <p:cNvSpPr>
            <a:spLocks noGrp="1"/>
          </p:cNvSpPr>
          <p:nvPr>
            <p:ph idx="1"/>
          </p:nvPr>
        </p:nvSpPr>
        <p:spPr>
          <a:xfrm>
            <a:off x="4648201" y="609601"/>
            <a:ext cx="6169026" cy="5181600"/>
          </a:xfrm>
        </p:spPr>
        <p:txBody>
          <a:bodyPr rtlCol="0" anchor="ctr">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testo 3"/>
          <p:cNvSpPr>
            <a:spLocks noGrp="1"/>
          </p:cNvSpPr>
          <p:nvPr>
            <p:ph type="body" sz="half" idx="2"/>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5" name="Segnaposto data 4"/>
          <p:cNvSpPr>
            <a:spLocks noGrp="1"/>
          </p:cNvSpPr>
          <p:nvPr>
            <p:ph type="dt" sz="half" idx="10"/>
          </p:nvPr>
        </p:nvSpPr>
        <p:spPr/>
        <p:txBody>
          <a:bodyPr rtlCol="0"/>
          <a:lstStyle/>
          <a:p>
            <a:pPr rtl="0"/>
            <a:fld id="{56462E4C-9848-4EB9-9477-A3628CC49820}" type="datetime1">
              <a:rPr lang="it-IT" noProof="0" smtClean="0"/>
              <a:t>09/07/2024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pic>
        <p:nvPicPr>
          <p:cNvPr id="8" name="Immagin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0" y="1600200"/>
            <a:ext cx="6164653" cy="1371600"/>
          </a:xfrm>
        </p:spPr>
        <p:txBody>
          <a:bodyPr rtlCol="0" anchor="b">
            <a:normAutofit/>
          </a:bodyPr>
          <a:lstStyle>
            <a:lvl1pPr algn="l">
              <a:defRPr sz="2800" b="0"/>
            </a:lvl1pPr>
          </a:lstStyle>
          <a:p>
            <a:pPr rtl="0"/>
            <a:r>
              <a:rPr lang="it-IT" noProof="0"/>
              <a:t>Fare clic per modificare lo stile del titolo dello schema</a:t>
            </a:r>
          </a:p>
        </p:txBody>
      </p:sp>
      <p:sp>
        <p:nvSpPr>
          <p:cNvPr id="14" name="Segnaposto immagine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it-IT" noProof="0"/>
              <a:t>Fare clic sull'icona per inserire un'immagine</a:t>
            </a:r>
          </a:p>
        </p:txBody>
      </p:sp>
      <p:sp>
        <p:nvSpPr>
          <p:cNvPr id="4" name="Segnaposto testo 3"/>
          <p:cNvSpPr>
            <a:spLocks noGrp="1"/>
          </p:cNvSpPr>
          <p:nvPr>
            <p:ph type="body" sz="half" idx="2"/>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5" name="Segnaposto data 4"/>
          <p:cNvSpPr>
            <a:spLocks noGrp="1"/>
          </p:cNvSpPr>
          <p:nvPr>
            <p:ph type="dt" sz="half" idx="10"/>
          </p:nvPr>
        </p:nvSpPr>
        <p:spPr/>
        <p:txBody>
          <a:bodyPr rtlCol="0"/>
          <a:lstStyle/>
          <a:p>
            <a:pPr rtl="0"/>
            <a:fld id="{1786C254-B59A-4C10-ABE2-EB25B6445156}" type="datetime1">
              <a:rPr lang="it-IT" noProof="0" smtClean="0"/>
              <a:t>09/07/2024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pic>
        <p:nvPicPr>
          <p:cNvPr id="8" name="Immagin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0" y="4732865"/>
            <a:ext cx="10131427" cy="566738"/>
          </a:xfrm>
        </p:spPr>
        <p:txBody>
          <a:bodyPr rtlCol="0" anchor="b">
            <a:normAutofit/>
          </a:bodyPr>
          <a:lstStyle>
            <a:lvl1pPr algn="l">
              <a:defRPr sz="2400" b="0"/>
            </a:lvl1pPr>
          </a:lstStyle>
          <a:p>
            <a:pPr rtl="0"/>
            <a:r>
              <a:rPr lang="it-IT" noProof="0"/>
              <a:t>Fare clic per modificare lo stile del titolo dello schema</a:t>
            </a:r>
          </a:p>
        </p:txBody>
      </p:sp>
      <p:sp>
        <p:nvSpPr>
          <p:cNvPr id="3" name="Segnaposto immagine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it-IT" noProof="0"/>
              <a:t>Fare clic sull'icona per inserire un'immagine</a:t>
            </a:r>
          </a:p>
        </p:txBody>
      </p:sp>
      <p:sp>
        <p:nvSpPr>
          <p:cNvPr id="4" name="Segnaposto testo 3"/>
          <p:cNvSpPr>
            <a:spLocks noGrp="1"/>
          </p:cNvSpPr>
          <p:nvPr>
            <p:ph type="body" sz="half" idx="2"/>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5" name="Segnaposto data 4"/>
          <p:cNvSpPr>
            <a:spLocks noGrp="1"/>
          </p:cNvSpPr>
          <p:nvPr>
            <p:ph type="dt" sz="half" idx="10"/>
          </p:nvPr>
        </p:nvSpPr>
        <p:spPr/>
        <p:txBody>
          <a:bodyPr rtlCol="0"/>
          <a:lstStyle/>
          <a:p>
            <a:pPr rtl="0"/>
            <a:fld id="{10F47A98-3AED-4B12-A1EB-7A2C480F3E6F}" type="datetime1">
              <a:rPr lang="it-IT" noProof="0" smtClean="0"/>
              <a:t>09/07/2024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didascalia">
    <p:spTree>
      <p:nvGrpSpPr>
        <p:cNvPr id="1" name=""/>
        <p:cNvGrpSpPr/>
        <p:nvPr/>
      </p:nvGrpSpPr>
      <p:grpSpPr>
        <a:xfrm>
          <a:off x="0" y="0"/>
          <a:ext cx="0" cy="0"/>
          <a:chOff x="0" y="0"/>
          <a:chExt cx="0" cy="0"/>
        </a:xfrm>
      </p:grpSpPr>
      <p:pic>
        <p:nvPicPr>
          <p:cNvPr id="7" name="Immagin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1" y="609601"/>
            <a:ext cx="10131427" cy="3124199"/>
          </a:xfrm>
        </p:spPr>
        <p:txBody>
          <a:bodyPr rtlCol="0" anchor="ctr">
            <a:normAutofit/>
          </a:bodyPr>
          <a:lstStyle>
            <a:lvl1pPr algn="l">
              <a:defRPr sz="3200" b="0" cap="none"/>
            </a:lvl1pPr>
          </a:lstStyle>
          <a:p>
            <a:pPr rtl="0"/>
            <a:r>
              <a:rPr lang="it-IT" noProof="0"/>
              <a:t>Fare clic per modificare lo stile del titolo dello schema</a:t>
            </a:r>
          </a:p>
        </p:txBody>
      </p:sp>
      <p:sp>
        <p:nvSpPr>
          <p:cNvPr id="3" name="Segnaposto testo 2"/>
          <p:cNvSpPr>
            <a:spLocks noGrp="1"/>
          </p:cNvSpPr>
          <p:nvPr>
            <p:ph type="body" idx="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5617F1D1-4B5C-4807-B449-398D2EB11514}"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pic>
        <p:nvPicPr>
          <p:cNvPr id="11" name="Immagin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Casella di testo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it-IT" sz="8000" noProof="0">
                <a:solidFill>
                  <a:schemeClr val="tx1"/>
                </a:solidFill>
                <a:effectLst/>
              </a:rPr>
              <a:t>"</a:t>
            </a:r>
          </a:p>
        </p:txBody>
      </p:sp>
      <p:sp>
        <p:nvSpPr>
          <p:cNvPr id="14" name="Casella di testo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it-IT" sz="8000" noProof="0">
                <a:solidFill>
                  <a:schemeClr val="tx1"/>
                </a:solidFill>
                <a:effectLst/>
              </a:rPr>
              <a:t>"</a:t>
            </a:r>
          </a:p>
        </p:txBody>
      </p:sp>
      <p:sp>
        <p:nvSpPr>
          <p:cNvPr id="16" name="Titolo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it-IT" noProof="0"/>
              <a:t>Fare clic per modificare lo stile del titolo dello schema</a:t>
            </a:r>
          </a:p>
        </p:txBody>
      </p:sp>
      <p:sp>
        <p:nvSpPr>
          <p:cNvPr id="10" name="Segnaposto testo 9"/>
          <p:cNvSpPr>
            <a:spLocks noGrp="1"/>
          </p:cNvSpPr>
          <p:nvPr>
            <p:ph type="body" sz="quarter" idx="13"/>
          </p:nvPr>
        </p:nvSpPr>
        <p:spPr>
          <a:xfrm>
            <a:off x="1097875" y="3352800"/>
            <a:ext cx="9339184" cy="381000"/>
          </a:xfrm>
        </p:spPr>
        <p:txBody>
          <a:bodyPr rtlCol="0"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it-IT" noProof="0"/>
              <a:t>Fare clic per modificare gli stili del testo dello schema</a:t>
            </a:r>
          </a:p>
        </p:txBody>
      </p:sp>
      <p:sp>
        <p:nvSpPr>
          <p:cNvPr id="3" name="Segnaposto testo 2"/>
          <p:cNvSpPr>
            <a:spLocks noGrp="1"/>
          </p:cNvSpPr>
          <p:nvPr>
            <p:ph type="body" idx="1"/>
          </p:nvPr>
        </p:nvSpPr>
        <p:spPr>
          <a:xfrm>
            <a:off x="687465" y="4343400"/>
            <a:ext cx="10152367"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F44B4EC0-4128-40B1-8CC3-62E001455D10}"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pic>
        <p:nvPicPr>
          <p:cNvPr id="7" name="Immagin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2" y="3308581"/>
            <a:ext cx="10131425" cy="1468800"/>
          </a:xfrm>
        </p:spPr>
        <p:txBody>
          <a:bodyPr rtlCol="0" anchor="b">
            <a:normAutofit/>
          </a:bodyPr>
          <a:lstStyle>
            <a:lvl1pPr algn="l">
              <a:defRPr sz="3200" b="0" cap="none"/>
            </a:lvl1pPr>
          </a:lstStyle>
          <a:p>
            <a:pPr rtl="0"/>
            <a:r>
              <a:rPr lang="it-IT" noProof="0"/>
              <a:t>Fare clic per modificare lo stile del titolo dello schema</a:t>
            </a:r>
          </a:p>
        </p:txBody>
      </p:sp>
      <p:sp>
        <p:nvSpPr>
          <p:cNvPr id="3" name="Segnaposto testo 2"/>
          <p:cNvSpPr>
            <a:spLocks noGrp="1"/>
          </p:cNvSpPr>
          <p:nvPr>
            <p:ph type="body" idx="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E6C6A6A4-E99C-4FFF-A938-6F8A5E10FCAC}"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pic>
        <p:nvPicPr>
          <p:cNvPr id="11" name="Immagin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Casella di testo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it-IT" sz="8000" noProof="0">
                <a:solidFill>
                  <a:schemeClr val="tx1"/>
                </a:solidFill>
                <a:effectLst/>
              </a:rPr>
              <a:t>"</a:t>
            </a:r>
          </a:p>
        </p:txBody>
      </p:sp>
      <p:sp>
        <p:nvSpPr>
          <p:cNvPr id="14" name="Casella di testo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it-IT" sz="8000" noProof="0">
                <a:solidFill>
                  <a:schemeClr val="tx1"/>
                </a:solidFill>
                <a:effectLst/>
              </a:rPr>
              <a:t>"</a:t>
            </a:r>
          </a:p>
        </p:txBody>
      </p:sp>
      <p:sp>
        <p:nvSpPr>
          <p:cNvPr id="16" name="Titolo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it-IT" noProof="0"/>
              <a:t>Fare clic per modificare lo stile del titolo dello schema</a:t>
            </a:r>
          </a:p>
        </p:txBody>
      </p:sp>
      <p:sp>
        <p:nvSpPr>
          <p:cNvPr id="10" name="Segnaposto testo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lvl="0" rtl="0"/>
            <a:r>
              <a:rPr lang="it-IT" noProof="0"/>
              <a:t>Fare clic per modificare gli stili del testo dello schema</a:t>
            </a:r>
          </a:p>
        </p:txBody>
      </p:sp>
      <p:sp>
        <p:nvSpPr>
          <p:cNvPr id="3" name="Segnaposto testo 2"/>
          <p:cNvSpPr>
            <a:spLocks noGrp="1"/>
          </p:cNvSpPr>
          <p:nvPr>
            <p:ph type="body" idx="1"/>
          </p:nvPr>
        </p:nvSpPr>
        <p:spPr>
          <a:xfrm>
            <a:off x="685799" y="4775200"/>
            <a:ext cx="10135436" cy="10160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798D6A83-FE17-4E1D-8D42-8DF329765B81}"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pic>
        <p:nvPicPr>
          <p:cNvPr id="8" name="Immagin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it-IT" noProof="0"/>
              <a:t>Fare clic per modificare lo stile del titolo dello schema</a:t>
            </a:r>
          </a:p>
        </p:txBody>
      </p:sp>
      <p:sp>
        <p:nvSpPr>
          <p:cNvPr id="10" name="Segnaposto testo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lvl="0" rtl="0"/>
            <a:r>
              <a:rPr lang="it-IT" noProof="0"/>
              <a:t>Fare clic per modificare gli stili del testo dello schema</a:t>
            </a:r>
          </a:p>
        </p:txBody>
      </p:sp>
      <p:sp>
        <p:nvSpPr>
          <p:cNvPr id="3" name="Segnaposto testo 2"/>
          <p:cNvSpPr>
            <a:spLocks noGrp="1"/>
          </p:cNvSpPr>
          <p:nvPr>
            <p:ph type="body" idx="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8FF30AFE-B35F-4CC6-8D07-FF14D05E1FDA}"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pic>
        <p:nvPicPr>
          <p:cNvPr id="7" name="Immagin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olo 1"/>
          <p:cNvSpPr>
            <a:spLocks noGrp="1"/>
          </p:cNvSpPr>
          <p:nvPr>
            <p:ph type="title"/>
          </p:nvPr>
        </p:nvSpPr>
        <p:spPr>
          <a:xfrm>
            <a:off x="685801" y="609600"/>
            <a:ext cx="10131425" cy="1456267"/>
          </a:xfrm>
        </p:spPr>
        <p:txBody>
          <a:bodyPr rtlCol="0"/>
          <a:lstStyle/>
          <a:p>
            <a:pPr rtl="0"/>
            <a:r>
              <a:rPr lang="it-IT" noProof="0"/>
              <a:t>Fare clic per modificare lo stile del titolo dello schema</a:t>
            </a:r>
          </a:p>
        </p:txBody>
      </p:sp>
      <p:sp>
        <p:nvSpPr>
          <p:cNvPr id="3" name="Segnaposto testo verticale 2"/>
          <p:cNvSpPr>
            <a:spLocks noGrp="1"/>
          </p:cNvSpPr>
          <p:nvPr>
            <p:ph type="body" orient="vert" idx="1"/>
          </p:nvPr>
        </p:nvSpPr>
        <p:spPr/>
        <p:txBody>
          <a:bodyPr vert="eaVert" rtlCol="0" anchor="t"/>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data 3"/>
          <p:cNvSpPr>
            <a:spLocks noGrp="1"/>
          </p:cNvSpPr>
          <p:nvPr>
            <p:ph type="dt" sz="half" idx="10"/>
          </p:nvPr>
        </p:nvSpPr>
        <p:spPr/>
        <p:txBody>
          <a:bodyPr rtlCol="0"/>
          <a:lstStyle/>
          <a:p>
            <a:pPr rtl="0"/>
            <a:fld id="{5766F47F-1B61-49E2-B57A-D1739E105D1D}"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pic>
        <p:nvPicPr>
          <p:cNvPr id="7" name="Immagin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olo verticale 1"/>
          <p:cNvSpPr>
            <a:spLocks noGrp="1"/>
          </p:cNvSpPr>
          <p:nvPr>
            <p:ph type="title" orient="vert"/>
          </p:nvPr>
        </p:nvSpPr>
        <p:spPr>
          <a:xfrm>
            <a:off x="8658675" y="609599"/>
            <a:ext cx="2158552" cy="5181601"/>
          </a:xfrm>
        </p:spPr>
        <p:txBody>
          <a:bodyPr vert="eaVert" rtlCol="0"/>
          <a:lstStyle/>
          <a:p>
            <a:pPr rtl="0"/>
            <a:r>
              <a:rPr lang="it-IT" noProof="0"/>
              <a:t>Fare clic per modificare lo stile del titolo dello schema</a:t>
            </a:r>
          </a:p>
        </p:txBody>
      </p:sp>
      <p:sp>
        <p:nvSpPr>
          <p:cNvPr id="3" name="Segnaposto testo verticale 2"/>
          <p:cNvSpPr>
            <a:spLocks noGrp="1"/>
          </p:cNvSpPr>
          <p:nvPr>
            <p:ph type="body" orient="vert" idx="1"/>
          </p:nvPr>
        </p:nvSpPr>
        <p:spPr>
          <a:xfrm>
            <a:off x="685800" y="609600"/>
            <a:ext cx="7832116" cy="5181600"/>
          </a:xfrm>
        </p:spPr>
        <p:txBody>
          <a:bodyPr vert="eaVert" rtlCol="0" anchor="t"/>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data 3"/>
          <p:cNvSpPr>
            <a:spLocks noGrp="1"/>
          </p:cNvSpPr>
          <p:nvPr>
            <p:ph type="dt" sz="half" idx="10"/>
          </p:nvPr>
        </p:nvSpPr>
        <p:spPr/>
        <p:txBody>
          <a:bodyPr rtlCol="0"/>
          <a:lstStyle/>
          <a:p>
            <a:pPr rtl="0"/>
            <a:fld id="{BA4D34BC-35F6-40BF-B79B-56CD4F2FBC96}" type="datetime1">
              <a:rPr lang="it-IT" noProof="0" smtClean="0"/>
              <a:t>09/07/2024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9E57DC2-970A-4B3E-BB1C-7A09969E49DF}" type="slidenum">
              <a:rPr lang="it-IT" noProof="0" smtClean="0"/>
              <a:t>‹N›</a:t>
            </a:fld>
            <a:endParaRPr lang="it-IT" noProof="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it-IT" noProof="0"/>
              <a:t>Fare clic per modificare lo stile del titolo</a:t>
            </a:r>
          </a:p>
        </p:txBody>
      </p:sp>
      <p:sp>
        <p:nvSpPr>
          <p:cNvPr id="3" name="Segnaposto testo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data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FC1A0872-C8A5-4C47-AB25-0CF34A78267A}" type="datetime1">
              <a:rPr lang="it-IT" noProof="0" smtClean="0"/>
              <a:t>09/07/2024</a:t>
            </a:fld>
            <a:endParaRPr lang="it-IT" noProof="0"/>
          </a:p>
        </p:txBody>
      </p:sp>
      <p:sp>
        <p:nvSpPr>
          <p:cNvPr id="5" name="Segnaposto piè di pagina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it-IT" noProof="0"/>
          </a:p>
        </p:txBody>
      </p:sp>
      <p:sp>
        <p:nvSpPr>
          <p:cNvPr id="6" name="Segnaposto numero diapositiva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69E57DC2-970A-4B3E-BB1C-7A09969E49DF}" type="slidenum">
              <a:rPr lang="it-IT" noProof="0" smtClean="0"/>
              <a:pPr/>
              <a:t>‹N›</a:t>
            </a:fld>
            <a:endParaRPr lang="it-IT" noProof="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chart" Target="../charts/chart2.xml"/><Relationship Id="rId7" Type="http://schemas.openxmlformats.org/officeDocument/2006/relationships/diagramQuickStyle" Target="../diagrams/quickStyle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chart" Target="../charts/chart3.xml"/><Relationship Id="rId9" Type="http://schemas.microsoft.com/office/2007/relationships/diagramDrawing" Target="../diagrams/drawing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1.jpg"/><Relationship Id="rId7" Type="http://schemas.openxmlformats.org/officeDocument/2006/relationships/diagramColors" Target="../diagrams/colors2.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cielo notturno con montagne lontane all'orizzonte">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40C7600-5BA8-4A54-887F-74AF87750A31}"/>
              </a:ext>
            </a:extLst>
          </p:cNvPr>
          <p:cNvSpPr>
            <a:spLocks noGrp="1"/>
          </p:cNvSpPr>
          <p:nvPr>
            <p:ph type="ctrTitle"/>
          </p:nvPr>
        </p:nvSpPr>
        <p:spPr>
          <a:xfrm>
            <a:off x="3393440" y="1869440"/>
            <a:ext cx="7766685" cy="2984290"/>
          </a:xfrm>
        </p:spPr>
        <p:txBody>
          <a:bodyPr rtlCol="0">
            <a:normAutofit/>
          </a:bodyPr>
          <a:lstStyle/>
          <a:p>
            <a:pPr rtl="0"/>
            <a:r>
              <a:rPr lang="it-IT" sz="5400" b="1" dirty="0"/>
              <a:t>A ROBUST FETAL ECG DETECTION METHOD FOR ABDOMINAL RECORDINGS </a:t>
            </a:r>
          </a:p>
        </p:txBody>
      </p:sp>
      <p:sp>
        <p:nvSpPr>
          <p:cNvPr id="3" name="Sottotitolo 2">
            <a:extLst>
              <a:ext uri="{FF2B5EF4-FFF2-40B4-BE49-F238E27FC236}">
                <a16:creationId xmlns:a16="http://schemas.microsoft.com/office/drawing/2014/main" id="{AE584786-6548-4BB4-95FD-977AD1F362C6}"/>
              </a:ext>
            </a:extLst>
          </p:cNvPr>
          <p:cNvSpPr>
            <a:spLocks noGrp="1"/>
          </p:cNvSpPr>
          <p:nvPr>
            <p:ph type="subTitle" idx="1"/>
          </p:nvPr>
        </p:nvSpPr>
        <p:spPr>
          <a:xfrm>
            <a:off x="5588000" y="4900866"/>
            <a:ext cx="5572126" cy="1405467"/>
          </a:xfrm>
        </p:spPr>
        <p:txBody>
          <a:bodyPr rtlCol="0">
            <a:normAutofit/>
          </a:bodyPr>
          <a:lstStyle/>
          <a:p>
            <a:r>
              <a:rPr lang="it-IT" sz="2000" dirty="0">
                <a:solidFill>
                  <a:schemeClr val="accent1">
                    <a:lumMod val="60000"/>
                    <a:lumOff val="40000"/>
                  </a:schemeClr>
                </a:solidFill>
              </a:rPr>
              <a:t>IMPLEMENTED BY VALERIA STIGHEZZA,</a:t>
            </a:r>
          </a:p>
          <a:p>
            <a:r>
              <a:rPr lang="it-IT" sz="2000" dirty="0">
                <a:solidFill>
                  <a:schemeClr val="accent1">
                    <a:lumMod val="60000"/>
                    <a:lumOff val="40000"/>
                  </a:schemeClr>
                </a:solidFill>
              </a:rPr>
              <a:t>INSPIRED BY </a:t>
            </a:r>
            <a:r>
              <a:rPr lang="it-IT" sz="2000" i="0" u="none" strike="noStrike" baseline="0" dirty="0" err="1">
                <a:solidFill>
                  <a:schemeClr val="accent1">
                    <a:lumMod val="60000"/>
                    <a:lumOff val="40000"/>
                  </a:schemeClr>
                </a:solidFill>
              </a:rPr>
              <a:t>Suzanna</a:t>
            </a:r>
            <a:r>
              <a:rPr lang="it-IT" sz="2000" i="0" u="none" strike="noStrike" baseline="0" dirty="0">
                <a:solidFill>
                  <a:schemeClr val="accent1">
                    <a:lumMod val="60000"/>
                    <a:lumOff val="40000"/>
                  </a:schemeClr>
                </a:solidFill>
              </a:rPr>
              <a:t> M. M. Martens, Chiara </a:t>
            </a:r>
            <a:r>
              <a:rPr lang="it-IT" sz="2000" i="0" u="none" strike="noStrike" baseline="0" dirty="0" err="1">
                <a:solidFill>
                  <a:schemeClr val="accent1">
                    <a:lumMod val="60000"/>
                    <a:lumOff val="40000"/>
                  </a:schemeClr>
                </a:solidFill>
              </a:rPr>
              <a:t>Rabotti</a:t>
            </a:r>
            <a:r>
              <a:rPr lang="it-IT" sz="2000" i="0" u="none" strike="noStrike" baseline="0" dirty="0">
                <a:solidFill>
                  <a:schemeClr val="accent1">
                    <a:lumMod val="60000"/>
                    <a:lumOff val="40000"/>
                  </a:schemeClr>
                </a:solidFill>
              </a:rPr>
              <a:t>, Massimo Mischi and Rob J. </a:t>
            </a:r>
            <a:r>
              <a:rPr lang="it-IT" sz="2000" i="0" u="none" strike="noStrike" baseline="0" dirty="0" err="1">
                <a:solidFill>
                  <a:schemeClr val="accent1">
                    <a:lumMod val="60000"/>
                    <a:lumOff val="40000"/>
                  </a:schemeClr>
                </a:solidFill>
              </a:rPr>
              <a:t>SluijterY</a:t>
            </a:r>
            <a:endParaRPr lang="it-IT" sz="2000" dirty="0">
              <a:solidFill>
                <a:schemeClr val="accent1">
                  <a:lumMod val="60000"/>
                  <a:lumOff val="40000"/>
                </a:schemeClr>
              </a:solidFill>
            </a:endParaRPr>
          </a:p>
        </p:txBody>
      </p:sp>
    </p:spTree>
    <p:extLst>
      <p:ext uri="{BB962C8B-B14F-4D97-AF65-F5344CB8AC3E}">
        <p14:creationId xmlns:p14="http://schemas.microsoft.com/office/powerpoint/2010/main" val="3417721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punti luminosi">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rtlCol="0">
            <a:normAutofit/>
          </a:bodyPr>
          <a:lstStyle/>
          <a:p>
            <a:pPr rtl="0"/>
            <a:r>
              <a:rPr lang="it-IT" sz="5400" b="1" dirty="0"/>
              <a:t>INTRODUCTION</a:t>
            </a:r>
            <a:endParaRPr lang="it-IT" b="1" dirty="0"/>
          </a:p>
        </p:txBody>
      </p:sp>
    </p:spTree>
    <p:extLst>
      <p:ext uri="{BB962C8B-B14F-4D97-AF65-F5344CB8AC3E}">
        <p14:creationId xmlns:p14="http://schemas.microsoft.com/office/powerpoint/2010/main" val="850579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88652B-B439-4AB5-8773-417F1E05177E}"/>
              </a:ext>
            </a:extLst>
          </p:cNvPr>
          <p:cNvSpPr>
            <a:spLocks noGrp="1"/>
          </p:cNvSpPr>
          <p:nvPr>
            <p:ph type="title"/>
          </p:nvPr>
        </p:nvSpPr>
        <p:spPr>
          <a:xfrm>
            <a:off x="1155855" y="609600"/>
            <a:ext cx="8554473" cy="1456267"/>
          </a:xfrm>
        </p:spPr>
        <p:txBody>
          <a:bodyPr rtlCol="0"/>
          <a:lstStyle/>
          <a:p>
            <a:pPr rtl="0"/>
            <a:r>
              <a:rPr lang="it-IT" b="1" dirty="0" err="1">
                <a:solidFill>
                  <a:schemeClr val="accent5">
                    <a:lumMod val="20000"/>
                    <a:lumOff val="80000"/>
                  </a:schemeClr>
                </a:solidFill>
              </a:rPr>
              <a:t>Why</a:t>
            </a:r>
            <a:r>
              <a:rPr lang="it-IT" b="1" dirty="0">
                <a:solidFill>
                  <a:schemeClr val="accent5">
                    <a:lumMod val="20000"/>
                    <a:lumOff val="80000"/>
                  </a:schemeClr>
                </a:solidFill>
              </a:rPr>
              <a:t> </a:t>
            </a:r>
            <a:r>
              <a:rPr lang="it-IT" b="1" dirty="0" err="1">
                <a:solidFill>
                  <a:schemeClr val="accent5">
                    <a:lumMod val="20000"/>
                    <a:lumOff val="80000"/>
                  </a:schemeClr>
                </a:solidFill>
              </a:rPr>
              <a:t>is</a:t>
            </a:r>
            <a:r>
              <a:rPr lang="it-IT" b="1" dirty="0">
                <a:solidFill>
                  <a:schemeClr val="accent5">
                    <a:lumMod val="20000"/>
                    <a:lumOff val="80000"/>
                  </a:schemeClr>
                </a:solidFill>
              </a:rPr>
              <a:t> </a:t>
            </a:r>
            <a:r>
              <a:rPr lang="it-IT" b="1" dirty="0" err="1">
                <a:solidFill>
                  <a:schemeClr val="accent5">
                    <a:lumMod val="20000"/>
                    <a:lumOff val="80000"/>
                  </a:schemeClr>
                </a:solidFill>
              </a:rPr>
              <a:t>fecg</a:t>
            </a:r>
            <a:r>
              <a:rPr lang="it-IT" b="1" dirty="0">
                <a:solidFill>
                  <a:schemeClr val="accent5">
                    <a:lumMod val="20000"/>
                    <a:lumOff val="80000"/>
                  </a:schemeClr>
                </a:solidFill>
              </a:rPr>
              <a:t> </a:t>
            </a:r>
            <a:r>
              <a:rPr lang="it-IT" b="1" dirty="0" err="1">
                <a:solidFill>
                  <a:schemeClr val="accent5">
                    <a:lumMod val="20000"/>
                    <a:lumOff val="80000"/>
                  </a:schemeClr>
                </a:solidFill>
              </a:rPr>
              <a:t>important</a:t>
            </a:r>
            <a:r>
              <a:rPr lang="it-IT" b="1" dirty="0">
                <a:solidFill>
                  <a:schemeClr val="accent5">
                    <a:lumMod val="20000"/>
                    <a:lumOff val="80000"/>
                  </a:schemeClr>
                </a:solidFill>
              </a:rPr>
              <a:t>? HOW IS IT DONE?</a:t>
            </a:r>
          </a:p>
        </p:txBody>
      </p:sp>
      <p:graphicFrame>
        <p:nvGraphicFramePr>
          <p:cNvPr id="6" name="Segnaposto contenuto 5" descr="Grafico">
            <a:extLst>
              <a:ext uri="{FF2B5EF4-FFF2-40B4-BE49-F238E27FC236}">
                <a16:creationId xmlns:a16="http://schemas.microsoft.com/office/drawing/2014/main" id="{B969B0A3-888C-49AE-AB43-78DF29C9BE9B}"/>
              </a:ext>
            </a:extLst>
          </p:cNvPr>
          <p:cNvGraphicFramePr>
            <a:graphicFrameLocks noGrp="1"/>
          </p:cNvGraphicFramePr>
          <p:nvPr>
            <p:ph idx="1"/>
            <p:extLst>
              <p:ext uri="{D42A27DB-BD31-4B8C-83A1-F6EECF244321}">
                <p14:modId xmlns:p14="http://schemas.microsoft.com/office/powerpoint/2010/main" val="1299377331"/>
              </p:ext>
            </p:extLst>
          </p:nvPr>
        </p:nvGraphicFramePr>
        <p:xfrm>
          <a:off x="684847" y="2065867"/>
          <a:ext cx="10131425" cy="3649662"/>
        </p:xfrm>
        <a:graphic>
          <a:graphicData uri="http://schemas.openxmlformats.org/drawingml/2006/chart">
            <c:chart xmlns:c="http://schemas.openxmlformats.org/drawingml/2006/chart" xmlns:r="http://schemas.openxmlformats.org/officeDocument/2006/relationships" r:id="rId3"/>
          </a:graphicData>
        </a:graphic>
      </p:graphicFrame>
      <p:pic>
        <p:nvPicPr>
          <p:cNvPr id="3" name="Immagine 2" descr="Immagine che contiene testo, Carattere, diagramma, numero&#10;&#10;Descrizione generata automaticamente">
            <a:extLst>
              <a:ext uri="{FF2B5EF4-FFF2-40B4-BE49-F238E27FC236}">
                <a16:creationId xmlns:a16="http://schemas.microsoft.com/office/drawing/2014/main" id="{F04F6CB3-62EC-4E77-DFF3-BF2C90A09EA3}"/>
              </a:ext>
            </a:extLst>
          </p:cNvPr>
          <p:cNvPicPr>
            <a:picLocks noChangeAspect="1"/>
          </p:cNvPicPr>
          <p:nvPr/>
        </p:nvPicPr>
        <p:blipFill rotWithShape="1">
          <a:blip r:embed="rId4"/>
          <a:srcRect l="13125" t="24635" r="12572" b="12520"/>
          <a:stretch/>
        </p:blipFill>
        <p:spPr>
          <a:xfrm>
            <a:off x="7708808" y="2159473"/>
            <a:ext cx="4003040" cy="372872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CasellaDiTesto 4">
            <a:extLst>
              <a:ext uri="{FF2B5EF4-FFF2-40B4-BE49-F238E27FC236}">
                <a16:creationId xmlns:a16="http://schemas.microsoft.com/office/drawing/2014/main" id="{63A32224-11DE-F9D7-E43E-CB8F001CD59C}"/>
              </a:ext>
            </a:extLst>
          </p:cNvPr>
          <p:cNvSpPr txBox="1"/>
          <p:nvPr/>
        </p:nvSpPr>
        <p:spPr>
          <a:xfrm>
            <a:off x="855696" y="2012901"/>
            <a:ext cx="6271736" cy="4278094"/>
          </a:xfrm>
          <a:prstGeom prst="rect">
            <a:avLst/>
          </a:prstGeom>
          <a:noFill/>
        </p:spPr>
        <p:txBody>
          <a:bodyPr wrap="square">
            <a:spAutoFit/>
          </a:bodyPr>
          <a:lstStyle/>
          <a:p>
            <a:pPr marL="342900" indent="-342900" algn="just">
              <a:buFont typeface="Arial" panose="020B0604020202020204" pitchFamily="34" charset="0"/>
              <a:buChar char="•"/>
            </a:pPr>
            <a:r>
              <a:rPr lang="en-US" sz="2400" b="0" i="0" u="none" strike="noStrike" baseline="0" dirty="0"/>
              <a:t>Morphological and temporal parameters of the ECG of the </a:t>
            </a:r>
            <a:r>
              <a:rPr lang="en-US" sz="2400" b="0" i="0" u="none" strike="noStrike" baseline="0" dirty="0" err="1"/>
              <a:t>foetus</a:t>
            </a:r>
            <a:r>
              <a:rPr lang="en-US" sz="2400" b="0" i="0" u="none" strike="noStrike" baseline="0" dirty="0"/>
              <a:t> during gestation can provide </a:t>
            </a:r>
            <a:r>
              <a:rPr lang="en-US" sz="2400" b="0" i="0" u="sng" strike="noStrike" baseline="0" dirty="0"/>
              <a:t>information</a:t>
            </a:r>
            <a:r>
              <a:rPr lang="en-US" sz="2400" b="0" i="0" u="none" strike="noStrike" baseline="0" dirty="0"/>
              <a:t> </a:t>
            </a:r>
            <a:r>
              <a:rPr lang="it-IT" sz="2400" b="0" i="0" u="none" strike="noStrike" baseline="0" dirty="0" err="1"/>
              <a:t>about</a:t>
            </a:r>
            <a:r>
              <a:rPr lang="it-IT" sz="2400" b="0" i="0" u="none" strike="noStrike" baseline="0" dirty="0"/>
              <a:t> the </a:t>
            </a:r>
            <a:r>
              <a:rPr lang="it-IT" sz="2400" b="0" i="0" u="none" strike="noStrike" baseline="0" dirty="0" err="1"/>
              <a:t>fetal</a:t>
            </a:r>
            <a:r>
              <a:rPr lang="it-IT" sz="2400" b="0" i="0" u="none" strike="noStrike" baseline="0" dirty="0"/>
              <a:t> </a:t>
            </a:r>
            <a:r>
              <a:rPr lang="it-IT" sz="2400" b="0" i="0" u="none" strike="noStrike" baseline="0" dirty="0" err="1"/>
              <a:t>well-being</a:t>
            </a:r>
            <a:r>
              <a:rPr lang="it-IT" sz="2400" dirty="0"/>
              <a:t>, e.g. </a:t>
            </a:r>
            <a:r>
              <a:rPr lang="it-IT" sz="2400" b="0" i="0" u="none" strike="noStrike" baseline="0" dirty="0" err="1"/>
              <a:t>level</a:t>
            </a:r>
            <a:r>
              <a:rPr lang="it-IT" sz="2400" b="0" i="0" u="none" strike="noStrike" baseline="0" dirty="0"/>
              <a:t> of </a:t>
            </a:r>
            <a:r>
              <a:rPr lang="it-IT" sz="2400" b="0" i="0" strike="noStrike" baseline="0" dirty="0" err="1"/>
              <a:t>fetal</a:t>
            </a:r>
            <a:r>
              <a:rPr lang="it-IT" sz="2400" b="0" i="0" strike="noStrike" baseline="0" dirty="0"/>
              <a:t> </a:t>
            </a:r>
            <a:r>
              <a:rPr lang="it-IT" sz="2400" b="0" i="0" strike="noStrike" baseline="0" dirty="0" err="1"/>
              <a:t>oxygenation</a:t>
            </a:r>
            <a:endParaRPr lang="it-IT" sz="2400" dirty="0"/>
          </a:p>
          <a:p>
            <a:pPr marL="342900" indent="-342900" algn="just">
              <a:buFont typeface="Arial" panose="020B0604020202020204" pitchFamily="34" charset="0"/>
              <a:buChar char="•"/>
            </a:pPr>
            <a:endParaRPr lang="it-IT" sz="2400" b="0" i="0" u="none" strike="noStrike" baseline="0" dirty="0"/>
          </a:p>
          <a:p>
            <a:pPr marL="342900" indent="-342900" algn="just">
              <a:buFont typeface="Arial" panose="020B0604020202020204" pitchFamily="34" charset="0"/>
              <a:buChar char="•"/>
            </a:pPr>
            <a:r>
              <a:rPr lang="en-US" sz="2400" b="0" i="0" u="none" strike="noStrike" baseline="0" dirty="0"/>
              <a:t>FECG can be obtained by placing </a:t>
            </a:r>
            <a:r>
              <a:rPr lang="en-US" sz="2400" b="0" i="0" u="sng" strike="noStrike" baseline="0" dirty="0"/>
              <a:t>electrodes</a:t>
            </a:r>
            <a:r>
              <a:rPr lang="en-US" sz="2400" b="0" i="0" u="none" strike="noStrike" baseline="0" dirty="0"/>
              <a:t> on the mother’s abdomen</a:t>
            </a:r>
          </a:p>
          <a:p>
            <a:pPr marL="342900" indent="-342900" algn="just">
              <a:buFont typeface="Arial" panose="020B0604020202020204" pitchFamily="34" charset="0"/>
              <a:buChar char="•"/>
            </a:pPr>
            <a:endParaRPr lang="en-US" sz="2400" dirty="0">
              <a:sym typeface="Wingdings" panose="05000000000000000000" pitchFamily="2" charset="2"/>
            </a:endParaRPr>
          </a:p>
          <a:p>
            <a:pPr marL="342900" indent="-342900" algn="just">
              <a:buFont typeface="Arial" panose="020B0604020202020204" pitchFamily="34" charset="0"/>
              <a:buChar char="•"/>
            </a:pPr>
            <a:r>
              <a:rPr lang="en-US" sz="2400" dirty="0">
                <a:sym typeface="Wingdings" panose="05000000000000000000" pitchFamily="2" charset="2"/>
              </a:rPr>
              <a:t>FECG detection = </a:t>
            </a:r>
            <a:r>
              <a:rPr lang="en-US" sz="2400" b="0" i="0" u="none" strike="noStrike" baseline="0" dirty="0"/>
              <a:t>detection of a small amplitude fetal signal </a:t>
            </a:r>
            <a:r>
              <a:rPr lang="en-US" sz="2400" b="0" i="0" u="sng" strike="noStrike" baseline="0" dirty="0"/>
              <a:t>overwhelmed</a:t>
            </a:r>
            <a:r>
              <a:rPr lang="en-US" sz="2400" b="0" i="0" u="none" strike="noStrike" baseline="0" dirty="0"/>
              <a:t> by a large number of interference signals and noise</a:t>
            </a:r>
            <a:endParaRPr lang="it-IT" sz="3200" dirty="0"/>
          </a:p>
        </p:txBody>
      </p:sp>
    </p:spTree>
    <p:extLst>
      <p:ext uri="{BB962C8B-B14F-4D97-AF65-F5344CB8AC3E}">
        <p14:creationId xmlns:p14="http://schemas.microsoft.com/office/powerpoint/2010/main" val="1429390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punti luminosi">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rtlCol="0">
            <a:normAutofit/>
          </a:bodyPr>
          <a:lstStyle/>
          <a:p>
            <a:pPr rtl="0"/>
            <a:r>
              <a:rPr lang="it-IT" sz="5400" b="1" dirty="0"/>
              <a:t>METHODOLOGY</a:t>
            </a:r>
          </a:p>
        </p:txBody>
      </p:sp>
    </p:spTree>
    <p:extLst>
      <p:ext uri="{BB962C8B-B14F-4D97-AF65-F5344CB8AC3E}">
        <p14:creationId xmlns:p14="http://schemas.microsoft.com/office/powerpoint/2010/main" val="3209314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solidFill>
                  <a:schemeClr val="accent5">
                    <a:lumMod val="20000"/>
                    <a:lumOff val="80000"/>
                  </a:schemeClr>
                </a:solidFill>
              </a:rPr>
              <a:t>APPROACH: SEQUENTIAL ANALYSIS (SA)</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6" name="Segnaposto contenuto 5">
            <a:extLst>
              <a:ext uri="{FF2B5EF4-FFF2-40B4-BE49-F238E27FC236}">
                <a16:creationId xmlns:a16="http://schemas.microsoft.com/office/drawing/2014/main" id="{11A49579-754A-27C0-B0B4-5789D9A7373F}"/>
              </a:ext>
            </a:extLst>
          </p:cNvPr>
          <p:cNvSpPr>
            <a:spLocks noGrp="1"/>
          </p:cNvSpPr>
          <p:nvPr>
            <p:ph idx="1"/>
          </p:nvPr>
        </p:nvSpPr>
        <p:spPr>
          <a:xfrm>
            <a:off x="725569" y="1420476"/>
            <a:ext cx="11187716" cy="3649133"/>
          </a:xfrm>
        </p:spPr>
        <p:txBody>
          <a:bodyPr/>
          <a:lstStyle/>
          <a:p>
            <a:pPr algn="l"/>
            <a:r>
              <a:rPr lang="en-US" sz="2800" dirty="0"/>
              <a:t>E</a:t>
            </a:r>
            <a:r>
              <a:rPr lang="en-US" sz="2800" b="0" i="0" u="none" strike="noStrike" baseline="0" dirty="0"/>
              <a:t>stimating and removing the interference signals step-by-step, using </a:t>
            </a:r>
            <a:r>
              <a:rPr lang="en-US" sz="2800" b="0" i="1" u="none" strike="noStrike" baseline="0" dirty="0"/>
              <a:t>a priori </a:t>
            </a:r>
            <a:r>
              <a:rPr lang="en-US" sz="2800" b="0" i="0" u="none" strike="noStrike" baseline="0" dirty="0"/>
              <a:t>information about the interference signals and the signal of interest</a:t>
            </a:r>
          </a:p>
          <a:p>
            <a:pPr algn="l"/>
            <a:endParaRPr lang="en-US" sz="2800" dirty="0"/>
          </a:p>
          <a:p>
            <a:pPr algn="l"/>
            <a:endParaRPr lang="en-US" sz="2800" b="0" i="0" u="none" strike="noStrike" baseline="0" dirty="0"/>
          </a:p>
          <a:p>
            <a:pPr algn="l"/>
            <a:endParaRPr lang="it-IT" dirty="0"/>
          </a:p>
        </p:txBody>
      </p:sp>
      <p:pic>
        <p:nvPicPr>
          <p:cNvPr id="4" name="Immagine 3">
            <a:extLst>
              <a:ext uri="{FF2B5EF4-FFF2-40B4-BE49-F238E27FC236}">
                <a16:creationId xmlns:a16="http://schemas.microsoft.com/office/drawing/2014/main" id="{52EA0AEC-A74E-A49B-20AC-92B0DD5FD4DF}"/>
              </a:ext>
            </a:extLst>
          </p:cNvPr>
          <p:cNvPicPr>
            <a:picLocks noChangeAspect="1"/>
          </p:cNvPicPr>
          <p:nvPr/>
        </p:nvPicPr>
        <p:blipFill>
          <a:blip r:embed="rId4"/>
          <a:stretch>
            <a:fillRect/>
          </a:stretch>
        </p:blipFill>
        <p:spPr>
          <a:xfrm>
            <a:off x="1077682" y="3518098"/>
            <a:ext cx="8960618" cy="293081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13824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solidFill>
                  <a:schemeClr val="accent5">
                    <a:lumMod val="20000"/>
                    <a:lumOff val="80000"/>
                  </a:schemeClr>
                </a:solidFill>
              </a:rPr>
              <a:t>FILTERING</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6" name="Segnaposto contenuto 5">
            <a:extLst>
              <a:ext uri="{FF2B5EF4-FFF2-40B4-BE49-F238E27FC236}">
                <a16:creationId xmlns:a16="http://schemas.microsoft.com/office/drawing/2014/main" id="{11A49579-754A-27C0-B0B4-5789D9A7373F}"/>
              </a:ext>
            </a:extLst>
          </p:cNvPr>
          <p:cNvSpPr>
            <a:spLocks noGrp="1"/>
          </p:cNvSpPr>
          <p:nvPr>
            <p:ph idx="1"/>
          </p:nvPr>
        </p:nvSpPr>
        <p:spPr>
          <a:xfrm>
            <a:off x="685802" y="1807462"/>
            <a:ext cx="4146714" cy="4425229"/>
          </a:xfrm>
        </p:spPr>
        <p:txBody>
          <a:bodyPr>
            <a:normAutofit fontScale="92500"/>
          </a:bodyPr>
          <a:lstStyle/>
          <a:p>
            <a:r>
              <a:rPr lang="it-IT" sz="2600" b="1" i="1" u="sng" dirty="0">
                <a:latin typeface="+mj-lt"/>
              </a:rPr>
              <a:t>LINEAR INTERPOLATION</a:t>
            </a:r>
          </a:p>
          <a:p>
            <a:pPr marL="457200" lvl="1" indent="0">
              <a:buNone/>
            </a:pPr>
            <a:r>
              <a:rPr lang="it-IT" sz="2600" dirty="0"/>
              <a:t>To </a:t>
            </a:r>
            <a:r>
              <a:rPr lang="it-IT" sz="2600" dirty="0" err="1"/>
              <a:t>replace</a:t>
            </a:r>
            <a:r>
              <a:rPr lang="it-IT" sz="2600" dirty="0"/>
              <a:t> </a:t>
            </a:r>
            <a:r>
              <a:rPr lang="it-IT" sz="2600" dirty="0" err="1"/>
              <a:t>NaN</a:t>
            </a:r>
            <a:r>
              <a:rPr lang="it-IT" sz="2600" dirty="0"/>
              <a:t> </a:t>
            </a:r>
            <a:r>
              <a:rPr lang="it-IT" sz="2600" dirty="0" err="1"/>
              <a:t>values</a:t>
            </a:r>
            <a:r>
              <a:rPr lang="it-IT" sz="2600" dirty="0"/>
              <a:t> </a:t>
            </a:r>
          </a:p>
          <a:p>
            <a:pPr marL="457200" lvl="1" indent="0">
              <a:buNone/>
            </a:pPr>
            <a:endParaRPr lang="it-IT" sz="2200" b="1" dirty="0">
              <a:latin typeface="+mj-lt"/>
            </a:endParaRPr>
          </a:p>
          <a:p>
            <a:r>
              <a:rPr lang="it-IT" sz="2600" b="1" i="1" u="sng" dirty="0">
                <a:latin typeface="+mj-lt"/>
              </a:rPr>
              <a:t>BASELINE WANDER REMOVER</a:t>
            </a:r>
          </a:p>
          <a:p>
            <a:pPr marL="0" indent="0">
              <a:buNone/>
            </a:pPr>
            <a:r>
              <a:rPr lang="it-IT" sz="2600" b="1" dirty="0">
                <a:latin typeface="+mj-lt"/>
              </a:rPr>
              <a:t>	</a:t>
            </a:r>
            <a:r>
              <a:rPr lang="it-IT" sz="2600" dirty="0" err="1"/>
              <a:t>Highpass</a:t>
            </a:r>
            <a:r>
              <a:rPr lang="it-IT" sz="2600" dirty="0"/>
              <a:t> filter </a:t>
            </a:r>
            <a:r>
              <a:rPr lang="it-IT" sz="2600" dirty="0" err="1"/>
              <a:t>at</a:t>
            </a:r>
            <a:r>
              <a:rPr lang="it-IT" sz="2600" dirty="0"/>
              <a:t> 3 Hz</a:t>
            </a:r>
          </a:p>
          <a:p>
            <a:pPr marL="0" indent="0">
              <a:buNone/>
            </a:pPr>
            <a:endParaRPr lang="it-IT" sz="2400" b="1" dirty="0"/>
          </a:p>
          <a:p>
            <a:r>
              <a:rPr lang="it-IT" sz="2600" b="1" i="1" u="sng" dirty="0">
                <a:latin typeface="+mj-lt"/>
              </a:rPr>
              <a:t>POWER – LINE INTERFERENCE CANCELLER</a:t>
            </a:r>
          </a:p>
          <a:p>
            <a:pPr marL="457200" lvl="1" indent="0">
              <a:buNone/>
            </a:pPr>
            <a:r>
              <a:rPr lang="it-IT" sz="2600" dirty="0"/>
              <a:t> </a:t>
            </a:r>
            <a:r>
              <a:rPr lang="it-IT" sz="2600" dirty="0" err="1"/>
              <a:t>Notch</a:t>
            </a:r>
            <a:r>
              <a:rPr lang="it-IT" sz="2600" dirty="0"/>
              <a:t> filter </a:t>
            </a:r>
            <a:r>
              <a:rPr lang="it-IT" sz="2600" dirty="0" err="1"/>
              <a:t>at</a:t>
            </a:r>
            <a:r>
              <a:rPr lang="it-IT" sz="2600" dirty="0"/>
              <a:t> 50 Hz</a:t>
            </a:r>
            <a:endParaRPr lang="it-IT" sz="1800" i="1" dirty="0"/>
          </a:p>
        </p:txBody>
      </p:sp>
      <p:pic>
        <p:nvPicPr>
          <p:cNvPr id="12" name="Immagine 11" descr="Immagine che contiene testo, schermata, Diagramma, diagramma&#10;&#10;Descrizione generata automaticamente">
            <a:extLst>
              <a:ext uri="{FF2B5EF4-FFF2-40B4-BE49-F238E27FC236}">
                <a16:creationId xmlns:a16="http://schemas.microsoft.com/office/drawing/2014/main" id="{BA268840-762F-3F55-6786-BD76BB3D70F4}"/>
              </a:ext>
            </a:extLst>
          </p:cNvPr>
          <p:cNvPicPr>
            <a:picLocks noChangeAspect="1"/>
          </p:cNvPicPr>
          <p:nvPr/>
        </p:nvPicPr>
        <p:blipFill rotWithShape="1">
          <a:blip r:embed="rId4"/>
          <a:srcRect l="4466" t="2918" r="5299" b="3704"/>
          <a:stretch/>
        </p:blipFill>
        <p:spPr>
          <a:xfrm>
            <a:off x="5536130" y="1353877"/>
            <a:ext cx="5770561" cy="44786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79811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705436" y="213144"/>
            <a:ext cx="10145375" cy="1456267"/>
          </a:xfrm>
        </p:spPr>
        <p:txBody>
          <a:bodyPr rtlCol="0">
            <a:normAutofit/>
          </a:bodyPr>
          <a:lstStyle/>
          <a:p>
            <a:pPr rtl="0"/>
            <a:r>
              <a:rPr lang="it-IT" b="1" dirty="0">
                <a:solidFill>
                  <a:schemeClr val="accent5">
                    <a:lumMod val="20000"/>
                    <a:lumOff val="80000"/>
                  </a:schemeClr>
                </a:solidFill>
              </a:rPr>
              <a:t>MQRS DETECTOR</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6" name="Segnaposto contenuto 5">
                <a:extLst>
                  <a:ext uri="{FF2B5EF4-FFF2-40B4-BE49-F238E27FC236}">
                    <a16:creationId xmlns:a16="http://schemas.microsoft.com/office/drawing/2014/main" id="{11A49579-754A-27C0-B0B4-5789D9A7373F}"/>
                  </a:ext>
                </a:extLst>
              </p:cNvPr>
              <p:cNvSpPr>
                <a:spLocks noGrp="1"/>
              </p:cNvSpPr>
              <p:nvPr>
                <p:ph idx="1"/>
              </p:nvPr>
            </p:nvSpPr>
            <p:spPr>
              <a:xfrm>
                <a:off x="625422" y="2816804"/>
                <a:ext cx="11164884" cy="3758069"/>
              </a:xfrm>
            </p:spPr>
            <p:txBody>
              <a:bodyPr>
                <a:noAutofit/>
              </a:bodyPr>
              <a:lstStyle/>
              <a:p>
                <a:pPr marL="457200" indent="-457200">
                  <a:buFont typeface="+mj-lt"/>
                  <a:buAutoNum type="arabicPeriod"/>
                </a:pPr>
                <a:r>
                  <a:rPr lang="it-IT" sz="2400" i="1" u="sng" dirty="0"/>
                  <a:t>MULTI- CHANNEL QRS ENHANCEMENT METHOD</a:t>
                </a:r>
                <a:r>
                  <a:rPr lang="it-IT" sz="2400" dirty="0"/>
                  <a:t>  </a:t>
                </a:r>
                <a:r>
                  <a:rPr lang="it-IT" sz="2400" dirty="0">
                    <a:sym typeface="Wingdings" panose="05000000000000000000" pitchFamily="2" charset="2"/>
                  </a:rPr>
                  <a:t>  </a:t>
                </a:r>
                <a:r>
                  <a:rPr lang="it-IT" sz="2400" dirty="0" err="1">
                    <a:sym typeface="Wingdings" panose="05000000000000000000" pitchFamily="2" charset="2"/>
                  </a:rPr>
                  <a:t>using</a:t>
                </a:r>
                <a:r>
                  <a:rPr lang="it-IT" sz="2400" dirty="0">
                    <a:sym typeface="Wingdings" panose="05000000000000000000" pitchFamily="2" charset="2"/>
                  </a:rPr>
                  <a:t> </a:t>
                </a:r>
                <a:r>
                  <a:rPr lang="it-IT" sz="2400" b="1" dirty="0">
                    <a:sym typeface="Wingdings" panose="05000000000000000000" pitchFamily="2" charset="2"/>
                  </a:rPr>
                  <a:t>PCA</a:t>
                </a:r>
              </a:p>
              <a:p>
                <a:pPr marL="457200" indent="-457200">
                  <a:buFont typeface="+mj-lt"/>
                  <a:buAutoNum type="arabicPeriod"/>
                </a:pPr>
                <a:r>
                  <a:rPr lang="it-IT" sz="2400" i="1" u="sng" dirty="0">
                    <a:sym typeface="Wingdings" panose="05000000000000000000" pitchFamily="2" charset="2"/>
                  </a:rPr>
                  <a:t>UPSAMPLING</a:t>
                </a:r>
                <a:r>
                  <a:rPr lang="it-IT" sz="2400" dirty="0">
                    <a:sym typeface="Wingdings" panose="05000000000000000000" pitchFamily="2" charset="2"/>
                  </a:rPr>
                  <a:t> up to 2000 Hz</a:t>
                </a:r>
                <a:endParaRPr lang="it-IT" sz="2400" dirty="0"/>
              </a:p>
              <a:p>
                <a:pPr marL="457200" indent="-457200">
                  <a:buFont typeface="+mj-lt"/>
                  <a:buAutoNum type="arabicPeriod"/>
                </a:pPr>
                <a:r>
                  <a:rPr lang="it-IT" sz="2400" i="1" u="sng" dirty="0"/>
                  <a:t>PAN TOMPKINS QRS DETECTOR</a:t>
                </a:r>
              </a:p>
              <a:p>
                <a:pPr lvl="1"/>
                <a:r>
                  <a:rPr lang="it-IT" sz="2400" dirty="0" err="1"/>
                  <a:t>Additional</a:t>
                </a:r>
                <a:r>
                  <a:rPr lang="it-IT" sz="2400" dirty="0"/>
                  <a:t> filtering</a:t>
                </a:r>
              </a:p>
              <a:p>
                <a:pPr lvl="2">
                  <a:spcAft>
                    <a:spcPts val="0"/>
                  </a:spcAft>
                </a:pPr>
                <a:r>
                  <a:rPr lang="it-IT" sz="2400" dirty="0"/>
                  <a:t>band pass 5 – 15 Hz		 			</a:t>
                </a:r>
                <a14:m>
                  <m:oMath xmlns:m="http://schemas.openxmlformats.org/officeDocument/2006/math">
                    <m:r>
                      <a:rPr lang="it-IT" sz="2400" smtClean="0">
                        <a:latin typeface="Cambria Math" panose="02040503050406030204" pitchFamily="18" charset="0"/>
                      </a:rPr>
                      <m:t>→</m:t>
                    </m:r>
                  </m:oMath>
                </a14:m>
                <a:r>
                  <a:rPr lang="it-IT" sz="2400" dirty="0"/>
                  <a:t> </a:t>
                </a:r>
                <a:r>
                  <a:rPr lang="it-IT" sz="2400" dirty="0" err="1"/>
                  <a:t>noise</a:t>
                </a:r>
                <a:r>
                  <a:rPr lang="it-IT" sz="2400" dirty="0"/>
                  <a:t> </a:t>
                </a:r>
                <a:r>
                  <a:rPr lang="it-IT" sz="2400" dirty="0" err="1"/>
                  <a:t>cancellation</a:t>
                </a:r>
                <a:endParaRPr lang="it-IT" sz="2400" dirty="0"/>
              </a:p>
              <a:p>
                <a:pPr lvl="2">
                  <a:spcAft>
                    <a:spcPts val="0"/>
                  </a:spcAft>
                </a:pPr>
                <a:r>
                  <a:rPr lang="it-IT" sz="2400" dirty="0"/>
                  <a:t>derivative filter 						</a:t>
                </a:r>
                <a14:m>
                  <m:oMath xmlns:m="http://schemas.openxmlformats.org/officeDocument/2006/math">
                    <m:r>
                      <a:rPr lang="it-IT" sz="2400" smtClean="0">
                        <a:latin typeface="Cambria Math" panose="02040503050406030204" pitchFamily="18" charset="0"/>
                      </a:rPr>
                      <m:t>→</m:t>
                    </m:r>
                  </m:oMath>
                </a14:m>
                <a:r>
                  <a:rPr lang="it-IT" sz="2400" dirty="0"/>
                  <a:t> </a:t>
                </a:r>
                <a:r>
                  <a:rPr lang="it-IT" sz="2400" dirty="0" err="1"/>
                  <a:t>emphasizing</a:t>
                </a:r>
                <a:r>
                  <a:rPr lang="it-IT" sz="2400" dirty="0"/>
                  <a:t> R </a:t>
                </a:r>
                <a:r>
                  <a:rPr lang="it-IT" sz="2400" dirty="0" err="1"/>
                  <a:t>peaks</a:t>
                </a:r>
                <a:endParaRPr lang="it-IT" sz="2400" dirty="0"/>
              </a:p>
              <a:p>
                <a:pPr lvl="2">
                  <a:spcAft>
                    <a:spcPts val="0"/>
                  </a:spcAft>
                </a:pPr>
                <a:r>
                  <a:rPr lang="it-IT" sz="2400" dirty="0" err="1"/>
                  <a:t>moving</a:t>
                </a:r>
                <a:r>
                  <a:rPr lang="it-IT" sz="2400" dirty="0"/>
                  <a:t> </a:t>
                </a:r>
                <a:r>
                  <a:rPr lang="it-IT" sz="2400" dirty="0" err="1"/>
                  <a:t>average</a:t>
                </a:r>
                <a:r>
                  <a:rPr lang="it-IT" sz="2400" dirty="0"/>
                  <a:t> (150 </a:t>
                </a:r>
                <a:r>
                  <a:rPr lang="it-IT" sz="2400" dirty="0" err="1"/>
                  <a:t>ms</a:t>
                </a:r>
                <a:r>
                  <a:rPr lang="it-IT" sz="2400" dirty="0"/>
                  <a:t> window)  	</a:t>
                </a:r>
                <a14:m>
                  <m:oMath xmlns:m="http://schemas.openxmlformats.org/officeDocument/2006/math">
                    <m:r>
                      <a:rPr lang="it-IT" sz="2400" smtClean="0">
                        <a:latin typeface="Cambria Math" panose="02040503050406030204" pitchFamily="18" charset="0"/>
                      </a:rPr>
                      <m:t>→</m:t>
                    </m:r>
                  </m:oMath>
                </a14:m>
                <a:r>
                  <a:rPr lang="it-IT" sz="2400" dirty="0"/>
                  <a:t> </a:t>
                </a:r>
                <a:r>
                  <a:rPr lang="it-IT" sz="2400" dirty="0" err="1"/>
                  <a:t>get</a:t>
                </a:r>
                <a:r>
                  <a:rPr lang="it-IT" sz="2400" dirty="0"/>
                  <a:t> </a:t>
                </a:r>
                <a:r>
                  <a:rPr lang="it-IT" sz="2400" dirty="0" err="1"/>
                  <a:t>smooother</a:t>
                </a:r>
                <a:r>
                  <a:rPr lang="it-IT" sz="2400" dirty="0"/>
                  <a:t> </a:t>
                </a:r>
                <a:r>
                  <a:rPr lang="it-IT" sz="2400" dirty="0" err="1"/>
                  <a:t>signal</a:t>
                </a:r>
                <a:endParaRPr lang="it-IT" sz="2400" dirty="0"/>
              </a:p>
              <a:p>
                <a:pPr marL="914400" lvl="2" indent="0">
                  <a:spcAft>
                    <a:spcPts val="0"/>
                  </a:spcAft>
                  <a:buNone/>
                </a:pPr>
                <a:endParaRPr lang="it-IT" sz="2400" dirty="0"/>
              </a:p>
              <a:p>
                <a:pPr lvl="1">
                  <a:spcAft>
                    <a:spcPts val="0"/>
                  </a:spcAft>
                </a:pPr>
                <a:r>
                  <a:rPr lang="it-IT" sz="2400" dirty="0"/>
                  <a:t>R-</a:t>
                </a:r>
                <a:r>
                  <a:rPr lang="it-IT" sz="2400" dirty="0" err="1"/>
                  <a:t>peaks</a:t>
                </a:r>
                <a:r>
                  <a:rPr lang="it-IT" sz="2400" dirty="0"/>
                  <a:t> detector</a:t>
                </a:r>
              </a:p>
              <a:p>
                <a:pPr marL="457200" lvl="1" indent="0">
                  <a:spcAft>
                    <a:spcPts val="0"/>
                  </a:spcAft>
                  <a:buNone/>
                </a:pPr>
                <a:endParaRPr lang="it-IT" sz="1000" dirty="0"/>
              </a:p>
              <a:p>
                <a:pPr lvl="2">
                  <a:spcAft>
                    <a:spcPts val="0"/>
                  </a:spcAft>
                </a:pPr>
                <a:r>
                  <a:rPr lang="it-IT" sz="2400" dirty="0" err="1"/>
                  <a:t>adaptive</a:t>
                </a:r>
                <a:r>
                  <a:rPr lang="it-IT" sz="2400" dirty="0"/>
                  <a:t> </a:t>
                </a:r>
                <a:r>
                  <a:rPr lang="it-IT" sz="2400" dirty="0" err="1"/>
                  <a:t>thresholds</a:t>
                </a:r>
                <a:r>
                  <a:rPr lang="it-IT" sz="2400" dirty="0"/>
                  <a:t> and </a:t>
                </a:r>
                <a:r>
                  <a:rPr lang="it-IT" sz="2400" dirty="0" err="1"/>
                  <a:t>decision</a:t>
                </a:r>
                <a:r>
                  <a:rPr lang="it-IT" sz="2400" dirty="0"/>
                  <a:t> rules</a:t>
                </a:r>
              </a:p>
              <a:p>
                <a:pPr marL="457200" lvl="1" indent="0">
                  <a:spcAft>
                    <a:spcPts val="0"/>
                  </a:spcAft>
                  <a:buNone/>
                </a:pPr>
                <a:r>
                  <a:rPr lang="it-IT" sz="2400" dirty="0"/>
                  <a:t>	</a:t>
                </a:r>
              </a:p>
              <a:p>
                <a:pPr lvl="1"/>
                <a:endParaRPr lang="it-IT" sz="2400" dirty="0"/>
              </a:p>
              <a:p>
                <a:pPr lvl="1"/>
                <a:endParaRPr lang="it-IT" sz="2400" dirty="0"/>
              </a:p>
              <a:p>
                <a:endParaRPr lang="it-IT" sz="2400" dirty="0"/>
              </a:p>
            </p:txBody>
          </p:sp>
        </mc:Choice>
        <mc:Fallback xmlns="">
          <p:sp>
            <p:nvSpPr>
              <p:cNvPr id="6" name="Segnaposto contenuto 5">
                <a:extLst>
                  <a:ext uri="{FF2B5EF4-FFF2-40B4-BE49-F238E27FC236}">
                    <a16:creationId xmlns:a16="http://schemas.microsoft.com/office/drawing/2014/main" id="{11A49579-754A-27C0-B0B4-5789D9A7373F}"/>
                  </a:ext>
                </a:extLst>
              </p:cNvPr>
              <p:cNvSpPr>
                <a:spLocks noGrp="1" noRot="1" noChangeAspect="1" noMove="1" noResize="1" noEditPoints="1" noAdjustHandles="1" noChangeArrowheads="1" noChangeShapeType="1" noTextEdit="1"/>
              </p:cNvSpPr>
              <p:nvPr>
                <p:ph idx="1"/>
              </p:nvPr>
            </p:nvSpPr>
            <p:spPr>
              <a:xfrm>
                <a:off x="625422" y="2816804"/>
                <a:ext cx="11164884" cy="3758069"/>
              </a:xfrm>
              <a:blipFill>
                <a:blip r:embed="rId4"/>
                <a:stretch>
                  <a:fillRect l="-874" t="-32901"/>
                </a:stretch>
              </a:blipFill>
            </p:spPr>
            <p:txBody>
              <a:bodyPr/>
              <a:lstStyle/>
              <a:p>
                <a:r>
                  <a:rPr lang="it-IT">
                    <a:noFill/>
                  </a:rPr>
                  <a:t> </a:t>
                </a:r>
              </a:p>
            </p:txBody>
          </p:sp>
        </mc:Fallback>
      </mc:AlternateContent>
    </p:spTree>
    <p:extLst>
      <p:ext uri="{BB962C8B-B14F-4D97-AF65-F5344CB8AC3E}">
        <p14:creationId xmlns:p14="http://schemas.microsoft.com/office/powerpoint/2010/main" val="194117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11" name="Immagine 10" descr="Immagine che contiene testo, schermata, linea, diagramma&#10;&#10;Descrizione generata automaticamente">
            <a:extLst>
              <a:ext uri="{FF2B5EF4-FFF2-40B4-BE49-F238E27FC236}">
                <a16:creationId xmlns:a16="http://schemas.microsoft.com/office/drawing/2014/main" id="{1DF2D16C-440F-FBC9-6749-0194151259B8}"/>
              </a:ext>
            </a:extLst>
          </p:cNvPr>
          <p:cNvPicPr>
            <a:picLocks noChangeAspect="1"/>
          </p:cNvPicPr>
          <p:nvPr/>
        </p:nvPicPr>
        <p:blipFill rotWithShape="1">
          <a:blip r:embed="rId4"/>
          <a:srcRect l="5398" t="2497" b="3598"/>
          <a:stretch/>
        </p:blipFill>
        <p:spPr>
          <a:xfrm>
            <a:off x="312086" y="437526"/>
            <a:ext cx="5505123" cy="40983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3" name="Immagine 12" descr="Immagine che contiene testo, schermata, linea, Policromia&#10;&#10;Descrizione generata automaticamente">
            <a:extLst>
              <a:ext uri="{FF2B5EF4-FFF2-40B4-BE49-F238E27FC236}">
                <a16:creationId xmlns:a16="http://schemas.microsoft.com/office/drawing/2014/main" id="{6B790A9A-CB3C-DED5-CE42-EEA890F500BB}"/>
              </a:ext>
            </a:extLst>
          </p:cNvPr>
          <p:cNvPicPr>
            <a:picLocks noChangeAspect="1"/>
          </p:cNvPicPr>
          <p:nvPr/>
        </p:nvPicPr>
        <p:blipFill rotWithShape="1">
          <a:blip r:embed="rId5"/>
          <a:srcRect l="2633" t="2881" r="124" b="3236"/>
          <a:stretch/>
        </p:blipFill>
        <p:spPr>
          <a:xfrm>
            <a:off x="6149470" y="437526"/>
            <a:ext cx="5660019" cy="40983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5" name="Immagine 14">
            <a:extLst>
              <a:ext uri="{FF2B5EF4-FFF2-40B4-BE49-F238E27FC236}">
                <a16:creationId xmlns:a16="http://schemas.microsoft.com/office/drawing/2014/main" id="{59FB429F-018E-47CE-8B67-7BD41F2AABD6}"/>
              </a:ext>
            </a:extLst>
          </p:cNvPr>
          <p:cNvPicPr>
            <a:picLocks noChangeAspect="1"/>
          </p:cNvPicPr>
          <p:nvPr/>
        </p:nvPicPr>
        <p:blipFill>
          <a:blip r:embed="rId6"/>
          <a:stretch>
            <a:fillRect/>
          </a:stretch>
        </p:blipFill>
        <p:spPr>
          <a:xfrm>
            <a:off x="719116" y="4801976"/>
            <a:ext cx="10753768" cy="1882436"/>
          </a:xfrm>
          <a:prstGeom prst="rect">
            <a:avLst/>
          </a:prstGeom>
          <a:ln>
            <a:noFill/>
          </a:ln>
          <a:effectLst>
            <a:softEdge rad="112500"/>
          </a:effectLst>
        </p:spPr>
      </p:pic>
    </p:spTree>
    <p:extLst>
      <p:ext uri="{BB962C8B-B14F-4D97-AF65-F5344CB8AC3E}">
        <p14:creationId xmlns:p14="http://schemas.microsoft.com/office/powerpoint/2010/main" val="1878306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9" name="Immagine 8" descr="Immagine che contiene testo, schermata, linea, Diagramma&#10;&#10;Descrizione generata automaticamente">
            <a:extLst>
              <a:ext uri="{FF2B5EF4-FFF2-40B4-BE49-F238E27FC236}">
                <a16:creationId xmlns:a16="http://schemas.microsoft.com/office/drawing/2014/main" id="{440899C8-33F4-2DED-CE1B-9BC102E47102}"/>
              </a:ext>
            </a:extLst>
          </p:cNvPr>
          <p:cNvPicPr>
            <a:picLocks noChangeAspect="1"/>
          </p:cNvPicPr>
          <p:nvPr/>
        </p:nvPicPr>
        <p:blipFill rotWithShape="1">
          <a:blip r:embed="rId4"/>
          <a:srcRect l="1972" t="2982" b="6189"/>
          <a:stretch/>
        </p:blipFill>
        <p:spPr>
          <a:xfrm>
            <a:off x="6076880" y="416186"/>
            <a:ext cx="5845733" cy="406237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2" name="Immagine 11" descr="Immagine che contiene testo, schermata, linea, diagramma&#10;&#10;Descrizione generata automaticamente">
            <a:extLst>
              <a:ext uri="{FF2B5EF4-FFF2-40B4-BE49-F238E27FC236}">
                <a16:creationId xmlns:a16="http://schemas.microsoft.com/office/drawing/2014/main" id="{9166627E-0271-AFC3-5AE6-88DB78231B39}"/>
              </a:ext>
            </a:extLst>
          </p:cNvPr>
          <p:cNvPicPr>
            <a:picLocks noChangeAspect="1"/>
          </p:cNvPicPr>
          <p:nvPr/>
        </p:nvPicPr>
        <p:blipFill rotWithShape="1">
          <a:blip r:embed="rId5"/>
          <a:srcRect l="6077" t="2830" b="5398"/>
          <a:stretch/>
        </p:blipFill>
        <p:spPr>
          <a:xfrm>
            <a:off x="247558" y="417607"/>
            <a:ext cx="5541554" cy="406094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5" name="Immagine 14">
            <a:extLst>
              <a:ext uri="{FF2B5EF4-FFF2-40B4-BE49-F238E27FC236}">
                <a16:creationId xmlns:a16="http://schemas.microsoft.com/office/drawing/2014/main" id="{DBCD87C6-0C4B-8081-DB8A-8E8C2F380203}"/>
              </a:ext>
            </a:extLst>
          </p:cNvPr>
          <p:cNvPicPr>
            <a:picLocks noChangeAspect="1"/>
          </p:cNvPicPr>
          <p:nvPr/>
        </p:nvPicPr>
        <p:blipFill>
          <a:blip r:embed="rId6"/>
          <a:stretch>
            <a:fillRect/>
          </a:stretch>
        </p:blipFill>
        <p:spPr>
          <a:xfrm>
            <a:off x="680952" y="4772521"/>
            <a:ext cx="10737316" cy="1864021"/>
          </a:xfrm>
          <a:prstGeom prst="rect">
            <a:avLst/>
          </a:prstGeom>
          <a:ln>
            <a:noFill/>
          </a:ln>
          <a:effectLst>
            <a:softEdge rad="112500"/>
          </a:effectLst>
        </p:spPr>
      </p:pic>
    </p:spTree>
    <p:extLst>
      <p:ext uri="{BB962C8B-B14F-4D97-AF65-F5344CB8AC3E}">
        <p14:creationId xmlns:p14="http://schemas.microsoft.com/office/powerpoint/2010/main" val="95635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t>MQRS TEMPLATE</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6" name="Segnaposto contenuto 5">
            <a:extLst>
              <a:ext uri="{FF2B5EF4-FFF2-40B4-BE49-F238E27FC236}">
                <a16:creationId xmlns:a16="http://schemas.microsoft.com/office/drawing/2014/main" id="{11A49579-754A-27C0-B0B4-5789D9A7373F}"/>
              </a:ext>
            </a:extLst>
          </p:cNvPr>
          <p:cNvSpPr>
            <a:spLocks noGrp="1"/>
          </p:cNvSpPr>
          <p:nvPr>
            <p:ph idx="1"/>
          </p:nvPr>
        </p:nvSpPr>
        <p:spPr>
          <a:xfrm>
            <a:off x="685801" y="1991837"/>
            <a:ext cx="5424489" cy="3649133"/>
          </a:xfrm>
        </p:spPr>
        <p:txBody>
          <a:bodyPr>
            <a:normAutofit fontScale="92500" lnSpcReduction="10000"/>
          </a:bodyPr>
          <a:lstStyle/>
          <a:p>
            <a:pPr marL="457200" lvl="1" indent="0">
              <a:buNone/>
            </a:pPr>
            <a:endParaRPr lang="it-IT" sz="2200" dirty="0"/>
          </a:p>
          <a:p>
            <a:r>
              <a:rPr lang="it-IT" sz="2600" dirty="0" err="1"/>
              <a:t>Extract</a:t>
            </a:r>
            <a:r>
              <a:rPr lang="it-IT" sz="2600" dirty="0"/>
              <a:t> the </a:t>
            </a:r>
            <a:r>
              <a:rPr lang="it-IT" sz="2600" dirty="0" err="1"/>
              <a:t>found</a:t>
            </a:r>
            <a:r>
              <a:rPr lang="it-IT" sz="2600" dirty="0"/>
              <a:t> QRS </a:t>
            </a:r>
            <a:r>
              <a:rPr lang="it-IT" sz="2600" dirty="0" err="1"/>
              <a:t>complexes</a:t>
            </a:r>
            <a:r>
              <a:rPr lang="it-IT" sz="2600" dirty="0"/>
              <a:t> from </a:t>
            </a:r>
            <a:r>
              <a:rPr lang="it-IT" sz="2600" dirty="0" err="1"/>
              <a:t>each</a:t>
            </a:r>
            <a:r>
              <a:rPr lang="it-IT" sz="2600" dirty="0"/>
              <a:t> </a:t>
            </a:r>
            <a:r>
              <a:rPr lang="it-IT" sz="2600" dirty="0" err="1"/>
              <a:t>channel</a:t>
            </a:r>
            <a:endParaRPr lang="it-IT" sz="2600" dirty="0"/>
          </a:p>
          <a:p>
            <a:pPr lvl="1">
              <a:spcAft>
                <a:spcPts val="0"/>
              </a:spcAft>
            </a:pPr>
            <a:r>
              <a:rPr lang="it-IT" sz="2400" b="0" i="0" u="none" strike="noStrike" baseline="0" dirty="0"/>
              <a:t>P </a:t>
            </a:r>
            <a:r>
              <a:rPr lang="it-IT" sz="2400" b="0" i="0" u="none" strike="noStrike" baseline="0" dirty="0" err="1"/>
              <a:t>wave</a:t>
            </a:r>
            <a:r>
              <a:rPr lang="it-IT" sz="2400" b="0" i="0" u="none" strike="noStrike" baseline="0" dirty="0"/>
              <a:t> </a:t>
            </a:r>
            <a:r>
              <a:rPr lang="en-US" sz="2400" dirty="0"/>
              <a:t> -  </a:t>
            </a:r>
            <a:r>
              <a:rPr lang="en-US" sz="2400" b="0" i="0" u="none" strike="noStrike" baseline="0" dirty="0"/>
              <a:t>0.20 s</a:t>
            </a:r>
          </a:p>
          <a:p>
            <a:pPr lvl="1">
              <a:spcAft>
                <a:spcPts val="0"/>
              </a:spcAft>
            </a:pPr>
            <a:r>
              <a:rPr lang="en-US" sz="2400" b="0" i="0" u="none" strike="noStrike" baseline="0" dirty="0"/>
              <a:t>QRS complex  </a:t>
            </a:r>
            <a:r>
              <a:rPr lang="en-US" sz="2400" dirty="0"/>
              <a:t>-  </a:t>
            </a:r>
            <a:r>
              <a:rPr lang="en-US" sz="2400" b="0" i="0" u="none" strike="noStrike" baseline="0" dirty="0"/>
              <a:t>0.10 s </a:t>
            </a:r>
          </a:p>
          <a:p>
            <a:pPr lvl="1">
              <a:spcAft>
                <a:spcPts val="0"/>
              </a:spcAft>
            </a:pPr>
            <a:r>
              <a:rPr lang="en-US" sz="2400" b="0" i="0" u="none" strike="noStrike" baseline="0" dirty="0"/>
              <a:t>T wave -  0.40 s,</a:t>
            </a:r>
          </a:p>
          <a:p>
            <a:pPr marL="457200" lvl="1" indent="0">
              <a:spcAft>
                <a:spcPts val="0"/>
              </a:spcAft>
              <a:buNone/>
            </a:pPr>
            <a:endParaRPr lang="it-IT" sz="2400" u="sng" dirty="0"/>
          </a:p>
          <a:p>
            <a:pPr>
              <a:spcAft>
                <a:spcPts val="0"/>
              </a:spcAft>
            </a:pPr>
            <a:r>
              <a:rPr lang="it-IT" sz="2600" dirty="0" err="1"/>
              <a:t>Average</a:t>
            </a:r>
            <a:r>
              <a:rPr lang="it-IT" sz="2600" dirty="0"/>
              <a:t> the </a:t>
            </a:r>
            <a:r>
              <a:rPr lang="it-IT" sz="2600" dirty="0" err="1"/>
              <a:t>extracted</a:t>
            </a:r>
            <a:r>
              <a:rPr lang="it-IT" sz="2600" dirty="0"/>
              <a:t> QRS </a:t>
            </a:r>
            <a:r>
              <a:rPr lang="it-IT" sz="2600" dirty="0" err="1"/>
              <a:t>complexes</a:t>
            </a:r>
            <a:r>
              <a:rPr lang="it-IT" sz="2600" dirty="0"/>
              <a:t> to </a:t>
            </a:r>
            <a:r>
              <a:rPr lang="it-IT" sz="2600" dirty="0" err="1"/>
              <a:t>obtain</a:t>
            </a:r>
            <a:r>
              <a:rPr lang="it-IT" sz="2600" dirty="0"/>
              <a:t> the </a:t>
            </a:r>
            <a:r>
              <a:rPr lang="it-IT" sz="2600" u="sng" dirty="0" err="1"/>
              <a:t>average</a:t>
            </a:r>
            <a:r>
              <a:rPr lang="it-IT" sz="2600" u="sng" dirty="0"/>
              <a:t> MQRS template</a:t>
            </a:r>
            <a:r>
              <a:rPr lang="it-IT" sz="2600" dirty="0"/>
              <a:t> for </a:t>
            </a:r>
            <a:r>
              <a:rPr lang="it-IT" sz="2600" dirty="0" err="1"/>
              <a:t>each</a:t>
            </a:r>
            <a:r>
              <a:rPr lang="it-IT" sz="2600" dirty="0"/>
              <a:t> </a:t>
            </a:r>
            <a:r>
              <a:rPr lang="it-IT" sz="2600" dirty="0" err="1"/>
              <a:t>channel</a:t>
            </a:r>
            <a:endParaRPr lang="it-IT" sz="2600" dirty="0"/>
          </a:p>
          <a:p>
            <a:pPr marL="457200" lvl="1" indent="0">
              <a:spcAft>
                <a:spcPts val="0"/>
              </a:spcAft>
              <a:buNone/>
            </a:pPr>
            <a:endParaRPr lang="it-IT" sz="2400" dirty="0"/>
          </a:p>
          <a:p>
            <a:endParaRPr lang="it-IT" dirty="0"/>
          </a:p>
        </p:txBody>
      </p:sp>
      <p:pic>
        <p:nvPicPr>
          <p:cNvPr id="3" name="Immagine 2" descr="Immagine che contiene testo, diagramma, linea, Diagramma&#10;&#10;Descrizione generata automaticamente">
            <a:extLst>
              <a:ext uri="{FF2B5EF4-FFF2-40B4-BE49-F238E27FC236}">
                <a16:creationId xmlns:a16="http://schemas.microsoft.com/office/drawing/2014/main" id="{2AAF70E8-7CF4-78F3-6AE1-E301B08D1F77}"/>
              </a:ext>
            </a:extLst>
          </p:cNvPr>
          <p:cNvPicPr>
            <a:picLocks noChangeAspect="1"/>
          </p:cNvPicPr>
          <p:nvPr/>
        </p:nvPicPr>
        <p:blipFill>
          <a:blip r:embed="rId4"/>
          <a:stretch>
            <a:fillRect/>
          </a:stretch>
        </p:blipFill>
        <p:spPr>
          <a:xfrm>
            <a:off x="6273342" y="1620820"/>
            <a:ext cx="5419843" cy="406488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98626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t>MECG CANCELLER</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6" name="Segnaposto contenuto 5">
            <a:extLst>
              <a:ext uri="{FF2B5EF4-FFF2-40B4-BE49-F238E27FC236}">
                <a16:creationId xmlns:a16="http://schemas.microsoft.com/office/drawing/2014/main" id="{11A49579-754A-27C0-B0B4-5789D9A7373F}"/>
              </a:ext>
            </a:extLst>
          </p:cNvPr>
          <p:cNvSpPr>
            <a:spLocks noGrp="1"/>
          </p:cNvSpPr>
          <p:nvPr>
            <p:ph idx="1"/>
          </p:nvPr>
        </p:nvSpPr>
        <p:spPr>
          <a:xfrm>
            <a:off x="500131" y="1630648"/>
            <a:ext cx="3022137" cy="3649133"/>
          </a:xfrm>
        </p:spPr>
        <p:txBody>
          <a:bodyPr>
            <a:noAutofit/>
          </a:bodyPr>
          <a:lstStyle/>
          <a:p>
            <a:endParaRPr lang="it-IT" sz="2400" dirty="0"/>
          </a:p>
          <a:p>
            <a:pPr algn="just"/>
            <a:r>
              <a:rPr lang="en-US" sz="2400" dirty="0"/>
              <a:t>For each channel, </a:t>
            </a:r>
            <a:r>
              <a:rPr lang="en-US" sz="2400" u="sng" dirty="0"/>
              <a:t>subtract</a:t>
            </a:r>
            <a:r>
              <a:rPr lang="en-US" sz="2400" dirty="0"/>
              <a:t> the average template in the MECG by shifting and subtracting the template at each position detected by the QRS detector</a:t>
            </a:r>
            <a:endParaRPr lang="it-IT" sz="2400" dirty="0"/>
          </a:p>
        </p:txBody>
      </p:sp>
      <p:pic>
        <p:nvPicPr>
          <p:cNvPr id="7" name="Immagine 6" descr="Immagine che contiene testo, schermata, linea, Carattere&#10;&#10;Descrizione generata automaticamente">
            <a:extLst>
              <a:ext uri="{FF2B5EF4-FFF2-40B4-BE49-F238E27FC236}">
                <a16:creationId xmlns:a16="http://schemas.microsoft.com/office/drawing/2014/main" id="{3ACE9D59-B41E-A6D8-3490-7F6887AAD053}"/>
              </a:ext>
            </a:extLst>
          </p:cNvPr>
          <p:cNvPicPr>
            <a:picLocks noChangeAspect="1"/>
          </p:cNvPicPr>
          <p:nvPr/>
        </p:nvPicPr>
        <p:blipFill rotWithShape="1">
          <a:blip r:embed="rId4"/>
          <a:srcRect l="9013" r="7864"/>
          <a:stretch/>
        </p:blipFill>
        <p:spPr>
          <a:xfrm>
            <a:off x="4016148" y="1566172"/>
            <a:ext cx="7698330" cy="45149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930576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4" name="Immagine 3" descr="Immagine che contiene testo, Carattere, schermata, linea&#10;&#10;Descrizione generata automaticamente">
            <a:extLst>
              <a:ext uri="{FF2B5EF4-FFF2-40B4-BE49-F238E27FC236}">
                <a16:creationId xmlns:a16="http://schemas.microsoft.com/office/drawing/2014/main" id="{A8A4E5B7-D4D3-C5FD-E2AB-3726DD3CA94D}"/>
              </a:ext>
            </a:extLst>
          </p:cNvPr>
          <p:cNvPicPr>
            <a:picLocks noChangeAspect="1"/>
          </p:cNvPicPr>
          <p:nvPr/>
        </p:nvPicPr>
        <p:blipFill rotWithShape="1">
          <a:blip r:embed="rId4"/>
          <a:srcRect l="7165" t="2429" r="5327" b="3698"/>
          <a:stretch/>
        </p:blipFill>
        <p:spPr>
          <a:xfrm>
            <a:off x="744390" y="466511"/>
            <a:ext cx="10823109" cy="566006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884541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t>FQRS DETECTOR and </a:t>
            </a:r>
            <a:r>
              <a:rPr lang="it-IT" b="1" dirty="0" err="1"/>
              <a:t>fhr</a:t>
            </a:r>
            <a:r>
              <a:rPr lang="it-IT" b="1" dirty="0"/>
              <a:t> </a:t>
            </a:r>
            <a:r>
              <a:rPr lang="it-IT" b="1" dirty="0" err="1"/>
              <a:t>estimation</a:t>
            </a:r>
            <a:r>
              <a:rPr lang="it-IT" b="1" dirty="0"/>
              <a:t> - success</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9" name="Immagine 8" descr="Immagine che contiene testo, linea, Carattere, Parallelo&#10;&#10;Descrizione generata automaticamente">
            <a:extLst>
              <a:ext uri="{FF2B5EF4-FFF2-40B4-BE49-F238E27FC236}">
                <a16:creationId xmlns:a16="http://schemas.microsoft.com/office/drawing/2014/main" id="{C076BBDC-DA23-D0B0-1F88-F441297B7BC6}"/>
              </a:ext>
            </a:extLst>
          </p:cNvPr>
          <p:cNvPicPr>
            <a:picLocks noChangeAspect="1"/>
          </p:cNvPicPr>
          <p:nvPr/>
        </p:nvPicPr>
        <p:blipFill rotWithShape="1">
          <a:blip r:embed="rId4"/>
          <a:srcRect t="2388"/>
          <a:stretch/>
        </p:blipFill>
        <p:spPr>
          <a:xfrm>
            <a:off x="205739" y="3387910"/>
            <a:ext cx="9078547" cy="1574385"/>
          </a:xfrm>
          <a:prstGeom prst="rect">
            <a:avLst/>
          </a:prstGeom>
          <a:ln>
            <a:noFill/>
          </a:ln>
          <a:effectLst>
            <a:softEdge rad="112500"/>
          </a:effectLst>
        </p:spPr>
      </p:pic>
      <p:pic>
        <p:nvPicPr>
          <p:cNvPr id="13" name="Segnaposto contenuto 12" descr="Immagine che contiene testo, schermata, linea, Policromia&#10;&#10;Descrizione generata automaticamente">
            <a:extLst>
              <a:ext uri="{FF2B5EF4-FFF2-40B4-BE49-F238E27FC236}">
                <a16:creationId xmlns:a16="http://schemas.microsoft.com/office/drawing/2014/main" id="{FD88F10F-2BE1-DD72-4336-419748A6CEB7}"/>
              </a:ext>
            </a:extLst>
          </p:cNvPr>
          <p:cNvPicPr>
            <a:picLocks noGrp="1" noChangeAspect="1"/>
          </p:cNvPicPr>
          <p:nvPr>
            <p:ph idx="1"/>
          </p:nvPr>
        </p:nvPicPr>
        <p:blipFill rotWithShape="1">
          <a:blip r:embed="rId5"/>
          <a:srcRect l="11442" t="65904" r="8093" b="6467"/>
          <a:stretch/>
        </p:blipFill>
        <p:spPr>
          <a:xfrm>
            <a:off x="193867" y="1828443"/>
            <a:ext cx="9051674" cy="1515204"/>
          </a:xfrm>
          <a:prstGeom prst="rect">
            <a:avLst/>
          </a:prstGeom>
          <a:ln>
            <a:noFill/>
          </a:ln>
          <a:effectLst>
            <a:softEdge rad="112500"/>
          </a:effectLst>
        </p:spPr>
      </p:pic>
      <p:pic>
        <p:nvPicPr>
          <p:cNvPr id="15" name="Immagine 14" descr="Immagine che contiene testo, schermata, linea, Diagramma&#10;&#10;Descrizione generata automaticamente">
            <a:extLst>
              <a:ext uri="{FF2B5EF4-FFF2-40B4-BE49-F238E27FC236}">
                <a16:creationId xmlns:a16="http://schemas.microsoft.com/office/drawing/2014/main" id="{5B83C7DF-6E9D-C143-A75D-C055B8B6FAAF}"/>
              </a:ext>
            </a:extLst>
          </p:cNvPr>
          <p:cNvPicPr>
            <a:picLocks noChangeAspect="1"/>
          </p:cNvPicPr>
          <p:nvPr/>
        </p:nvPicPr>
        <p:blipFill rotWithShape="1">
          <a:blip r:embed="rId6"/>
          <a:srcRect l="11751" t="66173" r="8744" b="4605"/>
          <a:stretch/>
        </p:blipFill>
        <p:spPr>
          <a:xfrm>
            <a:off x="201888" y="5034061"/>
            <a:ext cx="9095770" cy="1629805"/>
          </a:xfrm>
          <a:prstGeom prst="rect">
            <a:avLst/>
          </a:prstGeom>
          <a:ln>
            <a:noFill/>
          </a:ln>
          <a:effectLst>
            <a:softEdge rad="112500"/>
          </a:effectLst>
        </p:spPr>
      </p:pic>
      <p:sp>
        <p:nvSpPr>
          <p:cNvPr id="16" name="CasellaDiTesto 15">
            <a:extLst>
              <a:ext uri="{FF2B5EF4-FFF2-40B4-BE49-F238E27FC236}">
                <a16:creationId xmlns:a16="http://schemas.microsoft.com/office/drawing/2014/main" id="{8E997289-D11E-A221-09A5-A3489FEE7DDA}"/>
              </a:ext>
            </a:extLst>
          </p:cNvPr>
          <p:cNvSpPr txBox="1"/>
          <p:nvPr/>
        </p:nvSpPr>
        <p:spPr>
          <a:xfrm>
            <a:off x="9326217" y="1943310"/>
            <a:ext cx="2818588" cy="1323439"/>
          </a:xfrm>
          <a:prstGeom prst="rect">
            <a:avLst/>
          </a:prstGeom>
          <a:noFill/>
        </p:spPr>
        <p:txBody>
          <a:bodyPr wrap="square" rtlCol="0">
            <a:spAutoFit/>
          </a:bodyPr>
          <a:lstStyle/>
          <a:p>
            <a:r>
              <a:rPr lang="it-IT" sz="2000" dirty="0"/>
              <a:t>Sig. no. 4</a:t>
            </a:r>
          </a:p>
          <a:p>
            <a:r>
              <a:rPr lang="it-IT" sz="2000" dirty="0" err="1"/>
              <a:t>Found</a:t>
            </a:r>
            <a:r>
              <a:rPr lang="it-IT" sz="2000" dirty="0"/>
              <a:t> MHR = 79 bpm </a:t>
            </a:r>
          </a:p>
          <a:p>
            <a:r>
              <a:rPr lang="it-IT" sz="2000" dirty="0" err="1"/>
              <a:t>Found</a:t>
            </a:r>
            <a:r>
              <a:rPr lang="it-IT" sz="2000" dirty="0"/>
              <a:t> FHR = 130 bpm</a:t>
            </a:r>
          </a:p>
          <a:p>
            <a:r>
              <a:rPr lang="it-IT" sz="2000" dirty="0"/>
              <a:t>Target FHR = 129 bpm</a:t>
            </a:r>
          </a:p>
        </p:txBody>
      </p:sp>
      <p:sp>
        <p:nvSpPr>
          <p:cNvPr id="17" name="CasellaDiTesto 16">
            <a:extLst>
              <a:ext uri="{FF2B5EF4-FFF2-40B4-BE49-F238E27FC236}">
                <a16:creationId xmlns:a16="http://schemas.microsoft.com/office/drawing/2014/main" id="{65CE5458-2237-8940-D71C-E8AE8EEEFCA5}"/>
              </a:ext>
            </a:extLst>
          </p:cNvPr>
          <p:cNvSpPr txBox="1"/>
          <p:nvPr/>
        </p:nvSpPr>
        <p:spPr>
          <a:xfrm>
            <a:off x="9383849" y="3584728"/>
            <a:ext cx="2830493" cy="1323439"/>
          </a:xfrm>
          <a:prstGeom prst="rect">
            <a:avLst/>
          </a:prstGeom>
          <a:noFill/>
        </p:spPr>
        <p:txBody>
          <a:bodyPr wrap="square" rtlCol="0">
            <a:spAutoFit/>
          </a:bodyPr>
          <a:lstStyle/>
          <a:p>
            <a:r>
              <a:rPr lang="it-IT" sz="2000" dirty="0"/>
              <a:t>Sig. no. 12</a:t>
            </a:r>
          </a:p>
          <a:p>
            <a:r>
              <a:rPr lang="it-IT" sz="2000" dirty="0" err="1"/>
              <a:t>Found</a:t>
            </a:r>
            <a:r>
              <a:rPr lang="it-IT" sz="2000" dirty="0"/>
              <a:t> MHR = 86 bpm</a:t>
            </a:r>
          </a:p>
          <a:p>
            <a:r>
              <a:rPr lang="it-IT" sz="2000" dirty="0" err="1"/>
              <a:t>Found</a:t>
            </a:r>
            <a:r>
              <a:rPr lang="it-IT" sz="2000" dirty="0"/>
              <a:t> FHR = 138 bpm</a:t>
            </a:r>
          </a:p>
          <a:p>
            <a:r>
              <a:rPr lang="it-IT" sz="2000" dirty="0"/>
              <a:t>Target FHR = 138 bpm</a:t>
            </a:r>
            <a:endParaRPr lang="it-IT" dirty="0"/>
          </a:p>
        </p:txBody>
      </p:sp>
      <p:sp>
        <p:nvSpPr>
          <p:cNvPr id="18" name="CasellaDiTesto 17">
            <a:extLst>
              <a:ext uri="{FF2B5EF4-FFF2-40B4-BE49-F238E27FC236}">
                <a16:creationId xmlns:a16="http://schemas.microsoft.com/office/drawing/2014/main" id="{63FC5975-DA5C-38E9-BF7A-EF38196C1409}"/>
              </a:ext>
            </a:extLst>
          </p:cNvPr>
          <p:cNvSpPr txBox="1"/>
          <p:nvPr/>
        </p:nvSpPr>
        <p:spPr>
          <a:xfrm>
            <a:off x="9431708" y="5177412"/>
            <a:ext cx="3092479" cy="1323439"/>
          </a:xfrm>
          <a:prstGeom prst="rect">
            <a:avLst/>
          </a:prstGeom>
          <a:noFill/>
        </p:spPr>
        <p:txBody>
          <a:bodyPr wrap="square" rtlCol="0">
            <a:spAutoFit/>
          </a:bodyPr>
          <a:lstStyle/>
          <a:p>
            <a:r>
              <a:rPr lang="it-IT" sz="2000" dirty="0"/>
              <a:t>Sig. no. 15</a:t>
            </a:r>
          </a:p>
          <a:p>
            <a:r>
              <a:rPr lang="it-IT" sz="2000" dirty="0" err="1"/>
              <a:t>Found</a:t>
            </a:r>
            <a:r>
              <a:rPr lang="it-IT" sz="2000" dirty="0"/>
              <a:t> MHR = 85 bpm </a:t>
            </a:r>
          </a:p>
          <a:p>
            <a:r>
              <a:rPr lang="it-IT" sz="2000" dirty="0" err="1"/>
              <a:t>Found</a:t>
            </a:r>
            <a:r>
              <a:rPr lang="it-IT" sz="2000" dirty="0"/>
              <a:t> FHR = 133 bpm</a:t>
            </a:r>
          </a:p>
          <a:p>
            <a:r>
              <a:rPr lang="it-IT" sz="2000" dirty="0"/>
              <a:t>Target FHR = 134 bpm</a:t>
            </a:r>
          </a:p>
        </p:txBody>
      </p:sp>
    </p:spTree>
    <p:extLst>
      <p:ext uri="{BB962C8B-B14F-4D97-AF65-F5344CB8AC3E}">
        <p14:creationId xmlns:p14="http://schemas.microsoft.com/office/powerpoint/2010/main" val="1951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t>FQRS DETECTOR and </a:t>
            </a:r>
            <a:r>
              <a:rPr lang="it-IT" b="1" dirty="0" err="1"/>
              <a:t>fhr</a:t>
            </a:r>
            <a:r>
              <a:rPr lang="it-IT" b="1" dirty="0"/>
              <a:t> </a:t>
            </a:r>
            <a:r>
              <a:rPr lang="it-IT" b="1" dirty="0" err="1"/>
              <a:t>estimation</a:t>
            </a:r>
            <a:r>
              <a:rPr lang="it-IT" b="1" dirty="0"/>
              <a:t> - FAILURE</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6" name="Immagine 5">
            <a:extLst>
              <a:ext uri="{FF2B5EF4-FFF2-40B4-BE49-F238E27FC236}">
                <a16:creationId xmlns:a16="http://schemas.microsoft.com/office/drawing/2014/main" id="{F545DFA4-8462-6192-3CD7-1C95237C53D5}"/>
              </a:ext>
            </a:extLst>
          </p:cNvPr>
          <p:cNvPicPr>
            <a:picLocks noChangeAspect="1"/>
          </p:cNvPicPr>
          <p:nvPr/>
        </p:nvPicPr>
        <p:blipFill>
          <a:blip r:embed="rId4"/>
          <a:stretch>
            <a:fillRect/>
          </a:stretch>
        </p:blipFill>
        <p:spPr>
          <a:xfrm>
            <a:off x="290813" y="1726424"/>
            <a:ext cx="9167306" cy="1635088"/>
          </a:xfrm>
          <a:prstGeom prst="rect">
            <a:avLst/>
          </a:prstGeom>
          <a:ln>
            <a:noFill/>
          </a:ln>
          <a:effectLst>
            <a:softEdge rad="112500"/>
          </a:effectLst>
        </p:spPr>
      </p:pic>
      <p:pic>
        <p:nvPicPr>
          <p:cNvPr id="8" name="Immagine 7">
            <a:extLst>
              <a:ext uri="{FF2B5EF4-FFF2-40B4-BE49-F238E27FC236}">
                <a16:creationId xmlns:a16="http://schemas.microsoft.com/office/drawing/2014/main" id="{08336343-D36C-01EC-D905-DFE7CD62B82F}"/>
              </a:ext>
            </a:extLst>
          </p:cNvPr>
          <p:cNvPicPr>
            <a:picLocks noChangeAspect="1"/>
          </p:cNvPicPr>
          <p:nvPr/>
        </p:nvPicPr>
        <p:blipFill>
          <a:blip r:embed="rId5"/>
          <a:stretch>
            <a:fillRect/>
          </a:stretch>
        </p:blipFill>
        <p:spPr>
          <a:xfrm>
            <a:off x="263012" y="4977566"/>
            <a:ext cx="9312787" cy="1669330"/>
          </a:xfrm>
          <a:prstGeom prst="rect">
            <a:avLst/>
          </a:prstGeom>
          <a:ln>
            <a:noFill/>
          </a:ln>
          <a:effectLst>
            <a:softEdge rad="112500"/>
          </a:effectLst>
        </p:spPr>
      </p:pic>
      <p:pic>
        <p:nvPicPr>
          <p:cNvPr id="10" name="Immagine 9">
            <a:extLst>
              <a:ext uri="{FF2B5EF4-FFF2-40B4-BE49-F238E27FC236}">
                <a16:creationId xmlns:a16="http://schemas.microsoft.com/office/drawing/2014/main" id="{AF0A35EF-8DDC-61F5-E1F9-42ECB26C4253}"/>
              </a:ext>
            </a:extLst>
          </p:cNvPr>
          <p:cNvPicPr>
            <a:picLocks noChangeAspect="1"/>
          </p:cNvPicPr>
          <p:nvPr/>
        </p:nvPicPr>
        <p:blipFill>
          <a:blip r:embed="rId6"/>
          <a:stretch>
            <a:fillRect/>
          </a:stretch>
        </p:blipFill>
        <p:spPr>
          <a:xfrm>
            <a:off x="290813" y="3397514"/>
            <a:ext cx="9262474" cy="1543745"/>
          </a:xfrm>
          <a:prstGeom prst="rect">
            <a:avLst/>
          </a:prstGeom>
          <a:ln>
            <a:noFill/>
          </a:ln>
          <a:effectLst>
            <a:softEdge rad="112500"/>
          </a:effectLst>
        </p:spPr>
      </p:pic>
      <p:sp>
        <p:nvSpPr>
          <p:cNvPr id="11" name="CasellaDiTesto 10">
            <a:extLst>
              <a:ext uri="{FF2B5EF4-FFF2-40B4-BE49-F238E27FC236}">
                <a16:creationId xmlns:a16="http://schemas.microsoft.com/office/drawing/2014/main" id="{F81D03B7-92A1-40DE-4B67-B1185345CF7F}"/>
              </a:ext>
            </a:extLst>
          </p:cNvPr>
          <p:cNvSpPr txBox="1"/>
          <p:nvPr/>
        </p:nvSpPr>
        <p:spPr>
          <a:xfrm>
            <a:off x="9496496" y="1943310"/>
            <a:ext cx="2818588" cy="1323439"/>
          </a:xfrm>
          <a:prstGeom prst="rect">
            <a:avLst/>
          </a:prstGeom>
          <a:noFill/>
        </p:spPr>
        <p:txBody>
          <a:bodyPr wrap="square" rtlCol="0">
            <a:spAutoFit/>
          </a:bodyPr>
          <a:lstStyle/>
          <a:p>
            <a:r>
              <a:rPr lang="it-IT" sz="2000" dirty="0"/>
              <a:t>Sig. no. 2</a:t>
            </a:r>
          </a:p>
          <a:p>
            <a:pPr algn="just"/>
            <a:r>
              <a:rPr lang="it-IT" sz="2000" dirty="0" err="1"/>
              <a:t>Found</a:t>
            </a:r>
            <a:r>
              <a:rPr lang="it-IT" sz="2000" dirty="0"/>
              <a:t> MHR = 124 bpm </a:t>
            </a:r>
          </a:p>
          <a:p>
            <a:pPr algn="just"/>
            <a:r>
              <a:rPr lang="it-IT" sz="2000" dirty="0" err="1"/>
              <a:t>Found</a:t>
            </a:r>
            <a:r>
              <a:rPr lang="it-IT" sz="2000" dirty="0"/>
              <a:t> FHR = 132 bpm</a:t>
            </a:r>
          </a:p>
          <a:p>
            <a:pPr algn="just"/>
            <a:r>
              <a:rPr lang="it-IT" sz="2000" dirty="0"/>
              <a:t>Target FHR = 160 bpm</a:t>
            </a:r>
          </a:p>
        </p:txBody>
      </p:sp>
      <p:sp>
        <p:nvSpPr>
          <p:cNvPr id="12" name="CasellaDiTesto 11">
            <a:extLst>
              <a:ext uri="{FF2B5EF4-FFF2-40B4-BE49-F238E27FC236}">
                <a16:creationId xmlns:a16="http://schemas.microsoft.com/office/drawing/2014/main" id="{9F366F69-17D3-AB71-8949-49B8045E634D}"/>
              </a:ext>
            </a:extLst>
          </p:cNvPr>
          <p:cNvSpPr txBox="1"/>
          <p:nvPr/>
        </p:nvSpPr>
        <p:spPr>
          <a:xfrm>
            <a:off x="9551735" y="3486993"/>
            <a:ext cx="2818588" cy="1323439"/>
          </a:xfrm>
          <a:prstGeom prst="rect">
            <a:avLst/>
          </a:prstGeom>
          <a:noFill/>
        </p:spPr>
        <p:txBody>
          <a:bodyPr wrap="square" rtlCol="0">
            <a:spAutoFit/>
          </a:bodyPr>
          <a:lstStyle/>
          <a:p>
            <a:r>
              <a:rPr lang="it-IT" sz="2000" dirty="0"/>
              <a:t>Sig. no. 6</a:t>
            </a:r>
          </a:p>
          <a:p>
            <a:r>
              <a:rPr lang="it-IT" sz="2000" dirty="0" err="1"/>
              <a:t>Found</a:t>
            </a:r>
            <a:r>
              <a:rPr lang="it-IT" sz="2000" dirty="0"/>
              <a:t> MHR = 100 bpm </a:t>
            </a:r>
          </a:p>
          <a:p>
            <a:r>
              <a:rPr lang="it-IT" sz="2000" dirty="0" err="1"/>
              <a:t>Found</a:t>
            </a:r>
            <a:r>
              <a:rPr lang="it-IT" sz="2000" dirty="0"/>
              <a:t> FHR = 127 bpm</a:t>
            </a:r>
          </a:p>
          <a:p>
            <a:r>
              <a:rPr lang="it-IT" sz="2000" dirty="0"/>
              <a:t>Target FHR = 160 bpm</a:t>
            </a:r>
          </a:p>
        </p:txBody>
      </p:sp>
      <p:sp>
        <p:nvSpPr>
          <p:cNvPr id="13" name="CasellaDiTesto 12">
            <a:extLst>
              <a:ext uri="{FF2B5EF4-FFF2-40B4-BE49-F238E27FC236}">
                <a16:creationId xmlns:a16="http://schemas.microsoft.com/office/drawing/2014/main" id="{5CFC897F-0ADA-8F55-357C-F34FF7F7DB25}"/>
              </a:ext>
            </a:extLst>
          </p:cNvPr>
          <p:cNvSpPr txBox="1"/>
          <p:nvPr/>
        </p:nvSpPr>
        <p:spPr>
          <a:xfrm>
            <a:off x="9570476" y="5122887"/>
            <a:ext cx="2818588" cy="1323439"/>
          </a:xfrm>
          <a:prstGeom prst="rect">
            <a:avLst/>
          </a:prstGeom>
          <a:noFill/>
        </p:spPr>
        <p:txBody>
          <a:bodyPr wrap="square" rtlCol="0">
            <a:spAutoFit/>
          </a:bodyPr>
          <a:lstStyle/>
          <a:p>
            <a:r>
              <a:rPr lang="it-IT" sz="2000" dirty="0"/>
              <a:t>Sig. no. 21</a:t>
            </a:r>
          </a:p>
          <a:p>
            <a:r>
              <a:rPr lang="it-IT" sz="2000" dirty="0" err="1"/>
              <a:t>Found</a:t>
            </a:r>
            <a:r>
              <a:rPr lang="it-IT" sz="2000" dirty="0"/>
              <a:t> MHR = 90 bpm </a:t>
            </a:r>
          </a:p>
          <a:p>
            <a:r>
              <a:rPr lang="it-IT" sz="2000" dirty="0" err="1"/>
              <a:t>Found</a:t>
            </a:r>
            <a:r>
              <a:rPr lang="it-IT" sz="2000" dirty="0"/>
              <a:t> FHR = 90 bpm</a:t>
            </a:r>
          </a:p>
          <a:p>
            <a:r>
              <a:rPr lang="it-IT" sz="2000" dirty="0"/>
              <a:t>Target FHR = 145 bpm</a:t>
            </a:r>
          </a:p>
        </p:txBody>
      </p:sp>
    </p:spTree>
    <p:extLst>
      <p:ext uri="{BB962C8B-B14F-4D97-AF65-F5344CB8AC3E}">
        <p14:creationId xmlns:p14="http://schemas.microsoft.com/office/powerpoint/2010/main" val="3139763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punti luminosi">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rtlCol="0">
            <a:normAutofit/>
          </a:bodyPr>
          <a:lstStyle/>
          <a:p>
            <a:pPr rtl="0"/>
            <a:r>
              <a:rPr lang="it-IT" sz="5400" b="1" dirty="0"/>
              <a:t>RESULTS AND CONCLUSIONS</a:t>
            </a:r>
          </a:p>
        </p:txBody>
      </p:sp>
    </p:spTree>
    <p:extLst>
      <p:ext uri="{BB962C8B-B14F-4D97-AF65-F5344CB8AC3E}">
        <p14:creationId xmlns:p14="http://schemas.microsoft.com/office/powerpoint/2010/main" val="2799856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88652B-B439-4AB5-8773-417F1E05177E}"/>
              </a:ext>
            </a:extLst>
          </p:cNvPr>
          <p:cNvSpPr>
            <a:spLocks noGrp="1"/>
          </p:cNvSpPr>
          <p:nvPr>
            <p:ph type="title"/>
          </p:nvPr>
        </p:nvSpPr>
        <p:spPr>
          <a:xfrm>
            <a:off x="1155855" y="609600"/>
            <a:ext cx="8554473" cy="1456267"/>
          </a:xfrm>
        </p:spPr>
        <p:txBody>
          <a:bodyPr rtlCol="0"/>
          <a:lstStyle/>
          <a:p>
            <a:pPr rtl="0"/>
            <a:r>
              <a:rPr lang="it-IT" b="1" dirty="0"/>
              <a:t>OVERALL RESULTS</a:t>
            </a:r>
          </a:p>
        </p:txBody>
      </p:sp>
      <p:graphicFrame>
        <p:nvGraphicFramePr>
          <p:cNvPr id="6" name="Segnaposto contenuto 5" descr="Grafico">
            <a:extLst>
              <a:ext uri="{FF2B5EF4-FFF2-40B4-BE49-F238E27FC236}">
                <a16:creationId xmlns:a16="http://schemas.microsoft.com/office/drawing/2014/main" id="{B969B0A3-888C-49AE-AB43-78DF29C9BE9B}"/>
              </a:ext>
            </a:extLst>
          </p:cNvPr>
          <p:cNvGraphicFramePr>
            <a:graphicFrameLocks noGrp="1"/>
          </p:cNvGraphicFramePr>
          <p:nvPr>
            <p:ph idx="1"/>
            <p:extLst>
              <p:ext uri="{D42A27DB-BD31-4B8C-83A1-F6EECF244321}">
                <p14:modId xmlns:p14="http://schemas.microsoft.com/office/powerpoint/2010/main" val="1188141797"/>
              </p:ext>
            </p:extLst>
          </p:nvPr>
        </p:nvGraphicFramePr>
        <p:xfrm>
          <a:off x="6446210" y="1920730"/>
          <a:ext cx="5472000" cy="41574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Segnaposto contenuto 5" descr="Grafico">
            <a:extLst>
              <a:ext uri="{FF2B5EF4-FFF2-40B4-BE49-F238E27FC236}">
                <a16:creationId xmlns:a16="http://schemas.microsoft.com/office/drawing/2014/main" id="{FEB69CCA-E7B8-D219-D6E0-AF19033C9FDC}"/>
              </a:ext>
            </a:extLst>
          </p:cNvPr>
          <p:cNvGraphicFramePr>
            <a:graphicFrameLocks/>
          </p:cNvGraphicFramePr>
          <p:nvPr>
            <p:extLst>
              <p:ext uri="{D42A27DB-BD31-4B8C-83A1-F6EECF244321}">
                <p14:modId xmlns:p14="http://schemas.microsoft.com/office/powerpoint/2010/main" val="1373800562"/>
              </p:ext>
            </p:extLst>
          </p:nvPr>
        </p:nvGraphicFramePr>
        <p:xfrm>
          <a:off x="363743" y="2218267"/>
          <a:ext cx="4532348" cy="35623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Segnaposto contenuto 4" descr="Elemento grafico SmartArt">
            <a:extLst>
              <a:ext uri="{FF2B5EF4-FFF2-40B4-BE49-F238E27FC236}">
                <a16:creationId xmlns:a16="http://schemas.microsoft.com/office/drawing/2014/main" id="{3A80C6C2-49E7-C7AD-4898-5C2D0EDAF737}"/>
              </a:ext>
            </a:extLst>
          </p:cNvPr>
          <p:cNvGraphicFramePr>
            <a:graphicFrameLocks/>
          </p:cNvGraphicFramePr>
          <p:nvPr>
            <p:extLst>
              <p:ext uri="{D42A27DB-BD31-4B8C-83A1-F6EECF244321}">
                <p14:modId xmlns:p14="http://schemas.microsoft.com/office/powerpoint/2010/main" val="922687536"/>
              </p:ext>
            </p:extLst>
          </p:nvPr>
        </p:nvGraphicFramePr>
        <p:xfrm>
          <a:off x="800356" y="1164109"/>
          <a:ext cx="4371974" cy="53928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CasellaDiTesto 4">
            <a:extLst>
              <a:ext uri="{FF2B5EF4-FFF2-40B4-BE49-F238E27FC236}">
                <a16:creationId xmlns:a16="http://schemas.microsoft.com/office/drawing/2014/main" id="{3FD8F0CE-76A4-2931-97B6-E0765CBBA0CC}"/>
              </a:ext>
            </a:extLst>
          </p:cNvPr>
          <p:cNvSpPr txBox="1"/>
          <p:nvPr/>
        </p:nvSpPr>
        <p:spPr>
          <a:xfrm>
            <a:off x="1458363" y="3180301"/>
            <a:ext cx="4804264" cy="461665"/>
          </a:xfrm>
          <a:prstGeom prst="rect">
            <a:avLst/>
          </a:prstGeom>
          <a:noFill/>
        </p:spPr>
        <p:txBody>
          <a:bodyPr wrap="none" rtlCol="0">
            <a:spAutoFit/>
          </a:bodyPr>
          <a:lstStyle/>
          <a:p>
            <a:r>
              <a:rPr lang="it-IT" sz="2400" dirty="0"/>
              <a:t>No. of </a:t>
            </a:r>
            <a:r>
              <a:rPr lang="it-IT" sz="2400" dirty="0" err="1"/>
              <a:t>correctly</a:t>
            </a:r>
            <a:r>
              <a:rPr lang="it-IT" sz="2400" dirty="0"/>
              <a:t> </a:t>
            </a:r>
            <a:r>
              <a:rPr lang="it-IT" sz="2400" dirty="0" err="1"/>
              <a:t>estimated</a:t>
            </a:r>
            <a:r>
              <a:rPr lang="it-IT" sz="2400" dirty="0"/>
              <a:t> </a:t>
            </a:r>
            <a:r>
              <a:rPr lang="it-IT" sz="2400" dirty="0" err="1"/>
              <a:t>FHRs</a:t>
            </a:r>
            <a:r>
              <a:rPr lang="it-IT" sz="2400" dirty="0"/>
              <a:t>*: </a:t>
            </a:r>
            <a:r>
              <a:rPr lang="it-IT" sz="2400" b="1" dirty="0"/>
              <a:t>18</a:t>
            </a:r>
          </a:p>
        </p:txBody>
      </p:sp>
      <p:sp>
        <p:nvSpPr>
          <p:cNvPr id="7" name="CasellaDiTesto 6">
            <a:extLst>
              <a:ext uri="{FF2B5EF4-FFF2-40B4-BE49-F238E27FC236}">
                <a16:creationId xmlns:a16="http://schemas.microsoft.com/office/drawing/2014/main" id="{94CA60AD-E491-8E11-DC22-19312FF344EC}"/>
              </a:ext>
            </a:extLst>
          </p:cNvPr>
          <p:cNvSpPr txBox="1"/>
          <p:nvPr/>
        </p:nvSpPr>
        <p:spPr>
          <a:xfrm>
            <a:off x="1458363" y="4015114"/>
            <a:ext cx="4483728" cy="461665"/>
          </a:xfrm>
          <a:prstGeom prst="rect">
            <a:avLst/>
          </a:prstGeom>
          <a:noFill/>
        </p:spPr>
        <p:txBody>
          <a:bodyPr wrap="none" rtlCol="0">
            <a:spAutoFit/>
          </a:bodyPr>
          <a:lstStyle/>
          <a:p>
            <a:r>
              <a:rPr lang="it-IT" sz="2400" dirty="0"/>
              <a:t>No. of </a:t>
            </a:r>
            <a:r>
              <a:rPr lang="it-IT" sz="2400" dirty="0" err="1"/>
              <a:t>wrongly</a:t>
            </a:r>
            <a:r>
              <a:rPr lang="it-IT" sz="2400" dirty="0"/>
              <a:t> </a:t>
            </a:r>
            <a:r>
              <a:rPr lang="it-IT" sz="2400" dirty="0" err="1"/>
              <a:t>estimated</a:t>
            </a:r>
            <a:r>
              <a:rPr lang="it-IT" sz="2400" dirty="0"/>
              <a:t> </a:t>
            </a:r>
            <a:r>
              <a:rPr lang="it-IT" sz="2400" dirty="0" err="1"/>
              <a:t>FHRs</a:t>
            </a:r>
            <a:r>
              <a:rPr lang="it-IT" sz="2400" dirty="0"/>
              <a:t>*: </a:t>
            </a:r>
            <a:r>
              <a:rPr lang="it-IT" sz="2400" b="1" dirty="0"/>
              <a:t>7</a:t>
            </a:r>
          </a:p>
        </p:txBody>
      </p:sp>
      <p:sp>
        <p:nvSpPr>
          <p:cNvPr id="8" name="CasellaDiTesto 7">
            <a:extLst>
              <a:ext uri="{FF2B5EF4-FFF2-40B4-BE49-F238E27FC236}">
                <a16:creationId xmlns:a16="http://schemas.microsoft.com/office/drawing/2014/main" id="{E9CA4B42-10AC-B82E-71CE-7088F49F6797}"/>
              </a:ext>
            </a:extLst>
          </p:cNvPr>
          <p:cNvSpPr txBox="1"/>
          <p:nvPr/>
        </p:nvSpPr>
        <p:spPr>
          <a:xfrm>
            <a:off x="1458363" y="2345488"/>
            <a:ext cx="5256247" cy="461665"/>
          </a:xfrm>
          <a:prstGeom prst="rect">
            <a:avLst/>
          </a:prstGeom>
          <a:noFill/>
        </p:spPr>
        <p:txBody>
          <a:bodyPr wrap="none" rtlCol="0">
            <a:spAutoFit/>
          </a:bodyPr>
          <a:lstStyle/>
          <a:p>
            <a:pPr lvl="0">
              <a:lnSpc>
                <a:spcPct val="100000"/>
              </a:lnSpc>
            </a:pPr>
            <a:r>
              <a:rPr lang="it-IT" sz="2400" noProof="0" dirty="0"/>
              <a:t>No. of samples in the dataset : </a:t>
            </a:r>
            <a:r>
              <a:rPr lang="it-IT" sz="2400" b="1" noProof="0" dirty="0"/>
              <a:t>25</a:t>
            </a:r>
            <a:r>
              <a:rPr lang="it-IT" sz="2400" noProof="0" dirty="0"/>
              <a:t> </a:t>
            </a:r>
            <a:r>
              <a:rPr lang="it-IT" sz="2400" noProof="0" dirty="0" err="1"/>
              <a:t>signals</a:t>
            </a:r>
            <a:endParaRPr lang="it-IT" sz="2400" noProof="0" dirty="0"/>
          </a:p>
        </p:txBody>
      </p:sp>
      <p:sp>
        <p:nvSpPr>
          <p:cNvPr id="10" name="Rectangle 1">
            <a:extLst>
              <a:ext uri="{FF2B5EF4-FFF2-40B4-BE49-F238E27FC236}">
                <a16:creationId xmlns:a16="http://schemas.microsoft.com/office/drawing/2014/main" id="{20A9D909-45E2-AED2-4C5C-7E27D25792C2}"/>
              </a:ext>
            </a:extLst>
          </p:cNvPr>
          <p:cNvSpPr>
            <a:spLocks noChangeArrowheads="1"/>
          </p:cNvSpPr>
          <p:nvPr/>
        </p:nvSpPr>
        <p:spPr bwMode="auto">
          <a:xfrm>
            <a:off x="757045" y="5181763"/>
            <a:ext cx="53389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400" b="0" i="0" u="none" strike="noStrike" cap="none" normalizeH="0" baseline="0" dirty="0">
                <a:ln>
                  <a:noFill/>
                </a:ln>
                <a:solidFill>
                  <a:schemeClr val="tx1"/>
                </a:solidFill>
                <a:effectLst/>
              </a:rPr>
              <a:t>*the </a:t>
            </a:r>
            <a:r>
              <a:rPr kumimoji="0" lang="it-IT" altLang="it-IT" sz="2400" b="0" i="0" u="none" strike="noStrike" cap="none" normalizeH="0" baseline="0" dirty="0" err="1">
                <a:ln>
                  <a:noFill/>
                </a:ln>
                <a:solidFill>
                  <a:schemeClr val="tx1"/>
                </a:solidFill>
                <a:effectLst/>
              </a:rPr>
              <a:t>error</a:t>
            </a:r>
            <a:r>
              <a:rPr kumimoji="0" lang="it-IT" altLang="it-IT" sz="2400" b="0" i="0" u="none" strike="noStrike" cap="none" normalizeH="0" baseline="0" dirty="0">
                <a:ln>
                  <a:noFill/>
                </a:ln>
                <a:solidFill>
                  <a:schemeClr val="tx1"/>
                </a:solidFill>
                <a:effectLst/>
              </a:rPr>
              <a:t> </a:t>
            </a:r>
            <a:r>
              <a:rPr kumimoji="0" lang="it-IT" altLang="it-IT" sz="2400" b="0" i="0" u="none" strike="noStrike" cap="none" normalizeH="0" baseline="0" dirty="0" err="1">
                <a:ln>
                  <a:noFill/>
                </a:ln>
                <a:solidFill>
                  <a:schemeClr val="tx1"/>
                </a:solidFill>
                <a:effectLst/>
              </a:rPr>
              <a:t>tolerance</a:t>
            </a:r>
            <a:r>
              <a:rPr kumimoji="0" lang="it-IT" altLang="it-IT" sz="2400" b="0" i="0" u="none" strike="noStrike" cap="none" normalizeH="0" baseline="0" dirty="0">
                <a:ln>
                  <a:noFill/>
                </a:ln>
                <a:solidFill>
                  <a:schemeClr val="tx1"/>
                </a:solidFill>
                <a:effectLst/>
              </a:rPr>
              <a:t> to </a:t>
            </a:r>
            <a:r>
              <a:rPr kumimoji="0" lang="it-IT" altLang="it-IT" sz="2400" b="0" i="0" u="none" strike="noStrike" cap="none" normalizeH="0" baseline="0" dirty="0" err="1">
                <a:ln>
                  <a:noFill/>
                </a:ln>
                <a:solidFill>
                  <a:schemeClr val="tx1"/>
                </a:solidFill>
                <a:effectLst/>
              </a:rPr>
              <a:t>consider</a:t>
            </a:r>
            <a:r>
              <a:rPr kumimoji="0" lang="it-IT" altLang="it-IT" sz="2400" b="0" i="0" u="none" strike="noStrike" cap="none" normalizeH="0" baseline="0" dirty="0">
                <a:ln>
                  <a:noFill/>
                </a:ln>
                <a:solidFill>
                  <a:schemeClr val="tx1"/>
                </a:solidFill>
                <a:effectLst/>
              </a:rPr>
              <a:t> the </a:t>
            </a:r>
            <a:r>
              <a:rPr kumimoji="0" lang="it-IT" altLang="it-IT" sz="2400" b="0" i="0" u="none" strike="noStrike" cap="none" normalizeH="0" baseline="0" dirty="0" err="1">
                <a:ln>
                  <a:noFill/>
                </a:ln>
                <a:solidFill>
                  <a:schemeClr val="tx1"/>
                </a:solidFill>
                <a:effectLst/>
              </a:rPr>
              <a:t>prediction</a:t>
            </a:r>
            <a:r>
              <a:rPr kumimoji="0" lang="it-IT" altLang="it-IT" sz="2400" b="0" i="0" u="none" strike="noStrike" cap="none" normalizeH="0" baseline="0" dirty="0">
                <a:ln>
                  <a:noFill/>
                </a:ln>
                <a:solidFill>
                  <a:schemeClr val="tx1"/>
                </a:solidFill>
                <a:effectLst/>
              </a:rPr>
              <a:t> </a:t>
            </a:r>
            <a:r>
              <a:rPr kumimoji="0" lang="it-IT" altLang="it-IT" sz="2400" b="0" i="0" u="none" strike="noStrike" cap="none" normalizeH="0" baseline="0" dirty="0" err="1">
                <a:ln>
                  <a:noFill/>
                </a:ln>
                <a:solidFill>
                  <a:schemeClr val="tx1"/>
                </a:solidFill>
                <a:effectLst/>
              </a:rPr>
              <a:t>correct</a:t>
            </a:r>
            <a:r>
              <a:rPr kumimoji="0" lang="it-IT" altLang="it-IT" sz="2400" b="0" i="0" u="none" strike="noStrike" cap="none" normalizeH="0" baseline="0" dirty="0">
                <a:ln>
                  <a:noFill/>
                </a:ln>
                <a:solidFill>
                  <a:schemeClr val="tx1"/>
                </a:solidFill>
                <a:effectLst/>
              </a:rPr>
              <a:t> </a:t>
            </a:r>
            <a:r>
              <a:rPr kumimoji="0" lang="it-IT" altLang="it-IT" sz="2400" b="0" i="0" u="none" strike="noStrike" cap="none" normalizeH="0" baseline="0" dirty="0" err="1">
                <a:ln>
                  <a:noFill/>
                </a:ln>
                <a:solidFill>
                  <a:schemeClr val="tx1"/>
                </a:solidFill>
                <a:effectLst/>
              </a:rPr>
              <a:t>is</a:t>
            </a:r>
            <a:r>
              <a:rPr kumimoji="0" lang="it-IT" altLang="it-IT" sz="2400" b="0" i="0" u="none" strike="noStrike" cap="none" normalizeH="0" baseline="0" dirty="0">
                <a:ln>
                  <a:noFill/>
                </a:ln>
                <a:solidFill>
                  <a:schemeClr val="tx1"/>
                </a:solidFill>
                <a:effectLst/>
              </a:rPr>
              <a:t> 10 bpm</a:t>
            </a:r>
          </a:p>
        </p:txBody>
      </p:sp>
    </p:spTree>
    <p:extLst>
      <p:ext uri="{BB962C8B-B14F-4D97-AF65-F5344CB8AC3E}">
        <p14:creationId xmlns:p14="http://schemas.microsoft.com/office/powerpoint/2010/main" val="277912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10145375" cy="1456267"/>
          </a:xfrm>
        </p:spPr>
        <p:txBody>
          <a:bodyPr rtlCol="0">
            <a:normAutofit/>
          </a:bodyPr>
          <a:lstStyle/>
          <a:p>
            <a:pPr rtl="0"/>
            <a:r>
              <a:rPr lang="it-IT" b="1" dirty="0"/>
              <a:t>CONCLUSIONS</a:t>
            </a:r>
          </a:p>
        </p:txBody>
      </p:sp>
      <p:grpSp>
        <p:nvGrpSpPr>
          <p:cNvPr id="179" name="Gruppo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igura a mano libera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181" name="Gruppo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Connettore diritto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Connettore diritto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Connettore diritto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Connettore diritto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Connettore diritto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Connettore diritto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Connettore diritto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Connettore diritto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Connettore diritto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Connettore diritto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Connettore diritto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Connettore diritto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Connettore diritto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Connettore diritto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Connettore diritto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Connettore diritto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Connettore diritto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Connettore diritto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Connettore diritto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Connettore diritto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Connettore diritto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Connettore diritto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Connettore diritto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Connettore diritto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Connettore diritto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Connettore diritto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Connettore diritto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Connettore diritto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Connettore diritto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Connettore diritto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Connettore diritto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Connettore diritto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Connettore diritto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Connettore diritto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Connettore diritto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Connettore diritto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Connettore diritto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Connettore diritto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Connettore diritto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Connettore diritto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Connettore diritto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Connettore diritto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Connettore diritto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Connettore diritto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Connettore diritto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Connettore diritto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Connettore diritto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Connettore diritto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Connettore diritto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Connettore diritto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Connettore diritto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Connettore diritto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Connettore diritto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Connettore diritto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uppo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igura a mano libera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nvGrpSpPr>
            <p:cNvPr id="263" name="Gruppo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Connettore diritto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Connettore diritto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Connettore diritto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Connettore diritto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Connettore diritto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Connettore diritto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Connettore diritto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Connettore diritto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Connettore diritto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Connettore diritto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Connettore diritto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Connettore diritto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Connettore diritto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Connettore diritto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Connettore diritto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Connettore diritto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Connettore diritto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Connettore diritto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Connettore diritto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Connettore diritto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Connettore diritto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Connettore diritto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Connettore diritto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Connettore diritto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Connettore diritto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Connettore diritto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Connettore diritto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Connettore diritto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Connettore diritto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Connettore diritto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Connettore diritto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Connettore diritto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Connettore diritto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Connettore diritto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Connettore diritto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Connettore diritto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Connettore diritto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Connettore diritto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Connettore diritto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Connettore diritto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Connettore diritto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Connettore diritto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Connettore diritto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Connettore diritto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Connettore diritto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Connettore diritto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Connettore diritto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Connettore diritto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Connettore diritto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Connettore diritto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Connettore diritto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Connettore diritto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Connettore diritto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Connettore diritto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Connettore diritto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Connettore diritto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Connettore diritto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Connettore diritto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Connettore diritto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Connettore diritto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Connettore diritto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Connettore diritto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4" name="Rectangle 2">
            <a:extLst>
              <a:ext uri="{FF2B5EF4-FFF2-40B4-BE49-F238E27FC236}">
                <a16:creationId xmlns:a16="http://schemas.microsoft.com/office/drawing/2014/main" id="{CE564D23-97FE-F015-0504-B13EEDB1A187}"/>
              </a:ext>
            </a:extLst>
          </p:cNvPr>
          <p:cNvSpPr>
            <a:spLocks noGrp="1" noChangeArrowheads="1"/>
          </p:cNvSpPr>
          <p:nvPr>
            <p:ph idx="1"/>
          </p:nvPr>
        </p:nvSpPr>
        <p:spPr bwMode="auto">
          <a:xfrm>
            <a:off x="769600" y="1761141"/>
            <a:ext cx="10920144"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000" b="0" i="0" u="none" strike="noStrike" cap="none" normalizeH="0" baseline="0" dirty="0">
              <a:ln>
                <a:noFill/>
              </a:ln>
              <a:solidFill>
                <a:schemeClr val="tx1"/>
              </a:solidFill>
              <a:effectLst/>
              <a:latin typeface="Arial Unicode MS"/>
            </a:endParaRPr>
          </a:p>
          <a:p>
            <a:pPr defTabSz="914400" eaLnBrk="0" fontAlgn="base" hangingPunct="0">
              <a:spcBef>
                <a:spcPct val="0"/>
              </a:spcBef>
              <a:spcAft>
                <a:spcPct val="0"/>
              </a:spcAft>
              <a:buClrTx/>
              <a:buSzTx/>
            </a:pPr>
            <a:r>
              <a:rPr lang="it-IT" altLang="it-IT" sz="2400" dirty="0" err="1"/>
              <a:t>B</a:t>
            </a:r>
            <a:r>
              <a:rPr kumimoji="0" lang="it-IT" altLang="it-IT" sz="2400" b="0" i="0" u="none" strike="noStrike" cap="none" normalizeH="0" baseline="0" dirty="0" err="1">
                <a:ln>
                  <a:noFill/>
                </a:ln>
                <a:solidFill>
                  <a:schemeClr val="tx1"/>
                </a:solidFill>
                <a:effectLst/>
              </a:rPr>
              <a:t>eing</a:t>
            </a:r>
            <a:r>
              <a:rPr kumimoji="0" lang="it-IT" altLang="it-IT" sz="2400" b="0" i="0" u="none" strike="noStrike" cap="none" normalizeH="0" baseline="0" dirty="0">
                <a:ln>
                  <a:noFill/>
                </a:ln>
                <a:solidFill>
                  <a:schemeClr val="tx1"/>
                </a:solidFill>
                <a:effectLst/>
              </a:rPr>
              <a:t> a </a:t>
            </a:r>
            <a:r>
              <a:rPr kumimoji="0" lang="it-IT" altLang="it-IT" sz="2400" b="0" i="0" u="none" strike="noStrike" cap="none" normalizeH="0" baseline="0" dirty="0" err="1">
                <a:ln>
                  <a:noFill/>
                </a:ln>
                <a:solidFill>
                  <a:schemeClr val="tx1"/>
                </a:solidFill>
                <a:effectLst/>
              </a:rPr>
              <a:t>sequential</a:t>
            </a:r>
            <a:r>
              <a:rPr kumimoji="0" lang="it-IT" altLang="it-IT" sz="2400" b="0" i="0" u="none" strike="noStrike" cap="none" normalizeH="0" baseline="0" dirty="0">
                <a:ln>
                  <a:noFill/>
                </a:ln>
                <a:solidFill>
                  <a:schemeClr val="tx1"/>
                </a:solidFill>
                <a:effectLst/>
              </a:rPr>
              <a:t> </a:t>
            </a:r>
            <a:r>
              <a:rPr kumimoji="0" lang="it-IT" altLang="it-IT" sz="2400" b="0" i="0" u="none" strike="noStrike" cap="none" normalizeH="0" baseline="0" dirty="0" err="1">
                <a:ln>
                  <a:noFill/>
                </a:ln>
                <a:solidFill>
                  <a:schemeClr val="tx1"/>
                </a:solidFill>
                <a:effectLst/>
              </a:rPr>
              <a:t>analysis</a:t>
            </a:r>
            <a:r>
              <a:rPr kumimoji="0" lang="it-IT" altLang="it-IT" sz="2400" b="0" i="0" u="none" strike="noStrike" cap="none" normalizeH="0" baseline="0" dirty="0">
                <a:ln>
                  <a:noFill/>
                </a:ln>
                <a:solidFill>
                  <a:schemeClr val="tx1"/>
                </a:solidFill>
                <a:effectLst/>
              </a:rPr>
              <a:t>, a </a:t>
            </a:r>
            <a:r>
              <a:rPr kumimoji="0" lang="it-IT" altLang="it-IT" sz="2400" b="0" i="0" u="none" strike="noStrike" cap="none" normalizeH="0" baseline="0" dirty="0" err="1">
                <a:ln>
                  <a:noFill/>
                </a:ln>
                <a:solidFill>
                  <a:schemeClr val="tx1"/>
                </a:solidFill>
                <a:effectLst/>
              </a:rPr>
              <a:t>wrongly</a:t>
            </a:r>
            <a:r>
              <a:rPr kumimoji="0" lang="it-IT" altLang="it-IT" sz="2400" b="0" i="0" u="none" strike="noStrike" cap="none" normalizeH="0" baseline="0" dirty="0">
                <a:ln>
                  <a:noFill/>
                </a:ln>
                <a:solidFill>
                  <a:schemeClr val="tx1"/>
                </a:solidFill>
                <a:effectLst/>
              </a:rPr>
              <a:t> </a:t>
            </a:r>
            <a:r>
              <a:rPr kumimoji="0" lang="it-IT" altLang="it-IT" sz="2400" b="0" i="0" u="none" strike="noStrike" cap="none" normalizeH="0" baseline="0" dirty="0" err="1">
                <a:ln>
                  <a:noFill/>
                </a:ln>
                <a:solidFill>
                  <a:schemeClr val="tx1"/>
                </a:solidFill>
                <a:effectLst/>
              </a:rPr>
              <a:t>executed</a:t>
            </a:r>
            <a:r>
              <a:rPr kumimoji="0" lang="it-IT" altLang="it-IT" sz="2400" b="0" i="0" u="none" strike="noStrike" cap="none" normalizeH="0" baseline="0" dirty="0">
                <a:ln>
                  <a:noFill/>
                </a:ln>
                <a:solidFill>
                  <a:schemeClr val="tx1"/>
                </a:solidFill>
                <a:effectLst/>
              </a:rPr>
              <a:t> step </a:t>
            </a:r>
            <a:r>
              <a:rPr kumimoji="0" lang="it-IT" altLang="it-IT" sz="2400" b="0" i="0" u="none" strike="noStrike" cap="none" normalizeH="0" baseline="0" dirty="0" err="1">
                <a:ln>
                  <a:noFill/>
                </a:ln>
                <a:solidFill>
                  <a:schemeClr val="tx1"/>
                </a:solidFill>
                <a:effectLst/>
              </a:rPr>
              <a:t>generates</a:t>
            </a:r>
            <a:r>
              <a:rPr kumimoji="0" lang="it-IT" altLang="it-IT" sz="2400" b="0" i="0" u="none" strike="noStrike" cap="none" normalizeH="0" baseline="0" dirty="0">
                <a:ln>
                  <a:noFill/>
                </a:ln>
                <a:solidFill>
                  <a:schemeClr val="tx1"/>
                </a:solidFill>
                <a:effectLst/>
              </a:rPr>
              <a:t> a </a:t>
            </a:r>
            <a:r>
              <a:rPr kumimoji="0" lang="it-IT" altLang="it-IT" sz="2400" b="0" i="0" u="sng" strike="noStrike" cap="none" normalizeH="0" baseline="0" dirty="0">
                <a:ln>
                  <a:noFill/>
                </a:ln>
                <a:solidFill>
                  <a:schemeClr val="tx1"/>
                </a:solidFill>
                <a:effectLst/>
              </a:rPr>
              <a:t>chain reaction </a:t>
            </a:r>
            <a:r>
              <a:rPr kumimoji="0" lang="it-IT" altLang="it-IT" sz="2400" b="0" i="0" u="none" strike="noStrike" cap="none" normalizeH="0" baseline="0" dirty="0" err="1">
                <a:ln>
                  <a:noFill/>
                </a:ln>
                <a:solidFill>
                  <a:schemeClr val="tx1"/>
                </a:solidFill>
                <a:effectLst/>
              </a:rPr>
              <a:t>leading</a:t>
            </a:r>
            <a:r>
              <a:rPr kumimoji="0" lang="it-IT" altLang="it-IT" sz="2400" b="0" i="0" u="none" strike="noStrike" cap="none" normalizeH="0" baseline="0" dirty="0">
                <a:ln>
                  <a:noFill/>
                </a:ln>
                <a:solidFill>
                  <a:schemeClr val="tx1"/>
                </a:solidFill>
                <a:effectLst/>
              </a:rPr>
              <a:t> to the </a:t>
            </a:r>
            <a:r>
              <a:rPr kumimoji="0" lang="it-IT" altLang="it-IT" sz="2400" b="0" i="0" u="none" strike="noStrike" cap="none" normalizeH="0" baseline="0" dirty="0" err="1">
                <a:ln>
                  <a:noFill/>
                </a:ln>
                <a:solidFill>
                  <a:schemeClr val="tx1"/>
                </a:solidFill>
                <a:effectLst/>
              </a:rPr>
              <a:t>wrong</a:t>
            </a:r>
            <a:r>
              <a:rPr kumimoji="0" lang="it-IT" altLang="it-IT" sz="2400" b="0" i="0" u="none" strike="noStrike" cap="none" normalizeH="0" baseline="0" dirty="0">
                <a:ln>
                  <a:noFill/>
                </a:ln>
                <a:solidFill>
                  <a:schemeClr val="tx1"/>
                </a:solidFill>
                <a:effectLst/>
              </a:rPr>
              <a:t> estimate of the FHR</a:t>
            </a:r>
          </a:p>
          <a:p>
            <a:pPr defTabSz="914400" eaLnBrk="0" fontAlgn="base" hangingPunct="0">
              <a:spcBef>
                <a:spcPct val="0"/>
              </a:spcBef>
              <a:spcAft>
                <a:spcPct val="0"/>
              </a:spcAft>
              <a:buClrTx/>
              <a:buSzTx/>
            </a:pPr>
            <a:endParaRPr kumimoji="0" lang="it-IT" altLang="it-IT" sz="2400" b="0" i="0" u="none" strike="noStrike" cap="none" normalizeH="0" baseline="0" dirty="0">
              <a:ln>
                <a:noFill/>
              </a:ln>
              <a:solidFill>
                <a:schemeClr val="tx1"/>
              </a:solidFill>
              <a:effectLst/>
            </a:endParaRPr>
          </a:p>
          <a:p>
            <a:pPr lvl="1" defTabSz="914400" eaLnBrk="0" fontAlgn="base" hangingPunct="0">
              <a:spcBef>
                <a:spcPct val="0"/>
              </a:spcBef>
              <a:spcAft>
                <a:spcPct val="0"/>
              </a:spcAft>
              <a:buClrTx/>
              <a:buSzTx/>
            </a:pPr>
            <a:r>
              <a:rPr lang="it-IT" altLang="it-IT" sz="2400" dirty="0"/>
              <a:t>MHR </a:t>
            </a:r>
            <a:r>
              <a:rPr lang="it-IT" altLang="it-IT" sz="2400" dirty="0" err="1"/>
              <a:t>is</a:t>
            </a:r>
            <a:r>
              <a:rPr lang="it-IT" altLang="it-IT" sz="2400" dirty="0"/>
              <a:t> the </a:t>
            </a:r>
            <a:r>
              <a:rPr lang="it-IT" altLang="it-IT" sz="2400" dirty="0" err="1"/>
              <a:t>main</a:t>
            </a:r>
            <a:r>
              <a:rPr lang="it-IT" altLang="it-IT" sz="2400" dirty="0"/>
              <a:t> </a:t>
            </a:r>
            <a:r>
              <a:rPr lang="it-IT" altLang="it-IT" sz="2400" dirty="0" err="1"/>
              <a:t>example</a:t>
            </a:r>
            <a:r>
              <a:rPr lang="it-IT" altLang="it-IT" sz="2400" dirty="0"/>
              <a:t>: </a:t>
            </a:r>
            <a:r>
              <a:rPr lang="en-US" altLang="it-IT" sz="2400" dirty="0"/>
              <a:t>i</a:t>
            </a:r>
            <a:r>
              <a:rPr lang="en-US" sz="2400" dirty="0"/>
              <a:t>f the MQRS detector calculates incorrectly, it can lead to the deletion of parts of the FECG that should be kept and the retention of parts that should be discarded</a:t>
            </a:r>
            <a:endParaRPr kumimoji="0" lang="it-IT" altLang="it-IT"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2400" b="0" i="0" u="none" strike="noStrike" cap="none" normalizeH="0" baseline="0" dirty="0">
              <a:ln>
                <a:noFill/>
              </a:ln>
              <a:solidFill>
                <a:schemeClr val="tx1"/>
              </a:solidFill>
              <a:effectLst/>
            </a:endParaRPr>
          </a:p>
          <a:p>
            <a:pPr defTabSz="914400" eaLnBrk="0" fontAlgn="base" hangingPunct="0">
              <a:spcBef>
                <a:spcPct val="0"/>
              </a:spcBef>
              <a:spcAft>
                <a:spcPct val="0"/>
              </a:spcAft>
              <a:buClrTx/>
              <a:buSzTx/>
            </a:pPr>
            <a:r>
              <a:rPr lang="it-IT" altLang="it-IT" sz="2400" dirty="0" err="1"/>
              <a:t>There</a:t>
            </a:r>
            <a:r>
              <a:rPr lang="it-IT" altLang="it-IT" sz="2400" dirty="0"/>
              <a:t> are </a:t>
            </a:r>
            <a:r>
              <a:rPr lang="it-IT" altLang="it-IT" sz="2400" dirty="0" err="1"/>
              <a:t>particular</a:t>
            </a:r>
            <a:r>
              <a:rPr lang="it-IT" altLang="it-IT" sz="2400" dirty="0"/>
              <a:t> </a:t>
            </a:r>
            <a:r>
              <a:rPr lang="it-IT" altLang="it-IT" sz="2400" dirty="0" err="1"/>
              <a:t>cases</a:t>
            </a:r>
            <a:r>
              <a:rPr lang="it-IT" altLang="it-IT" sz="2400" dirty="0"/>
              <a:t> of </a:t>
            </a:r>
            <a:r>
              <a:rPr lang="it-IT" altLang="it-IT" sz="2400" dirty="0" err="1"/>
              <a:t>examples</a:t>
            </a:r>
            <a:r>
              <a:rPr lang="it-IT" altLang="it-IT" sz="2400" dirty="0"/>
              <a:t> in the dataset </a:t>
            </a:r>
            <a:r>
              <a:rPr lang="it-IT" altLang="it-IT" sz="2400" dirty="0" err="1"/>
              <a:t>containing</a:t>
            </a:r>
            <a:r>
              <a:rPr lang="it-IT" altLang="it-IT" sz="2400" dirty="0"/>
              <a:t> </a:t>
            </a:r>
            <a:r>
              <a:rPr lang="it-IT" altLang="it-IT" sz="2400" dirty="0" err="1"/>
              <a:t>artifacts</a:t>
            </a:r>
            <a:r>
              <a:rPr lang="it-IT" altLang="it-IT" sz="2400" dirty="0"/>
              <a:t> or </a:t>
            </a:r>
            <a:r>
              <a:rPr lang="it-IT" altLang="it-IT" sz="2400" dirty="0" err="1"/>
              <a:t>particular</a:t>
            </a:r>
            <a:r>
              <a:rPr lang="it-IT" altLang="it-IT" sz="2400" dirty="0"/>
              <a:t> </a:t>
            </a:r>
            <a:r>
              <a:rPr lang="it-IT" altLang="it-IT" sz="2400" dirty="0" err="1"/>
              <a:t>noisy</a:t>
            </a:r>
            <a:r>
              <a:rPr lang="it-IT" altLang="it-IT" sz="2400" dirty="0"/>
              <a:t> </a:t>
            </a:r>
            <a:r>
              <a:rPr lang="it-IT" altLang="it-IT" sz="2400" dirty="0" err="1"/>
              <a:t>areas</a:t>
            </a:r>
            <a:r>
              <a:rPr lang="it-IT" altLang="it-IT" sz="2400" dirty="0"/>
              <a:t>. </a:t>
            </a:r>
            <a:r>
              <a:rPr lang="en-US" sz="2400" dirty="0"/>
              <a:t>In such instances, dedicated preprocessing is necessary, including </a:t>
            </a:r>
            <a:r>
              <a:rPr lang="en-US" sz="2400" u="sng" dirty="0"/>
              <a:t>clipping</a:t>
            </a:r>
            <a:r>
              <a:rPr lang="en-US" sz="2400" dirty="0"/>
              <a:t> and </a:t>
            </a:r>
            <a:r>
              <a:rPr lang="en-US" sz="2400" u="sng" dirty="0"/>
              <a:t>adjustment of parameters </a:t>
            </a:r>
            <a:r>
              <a:rPr lang="en-US" sz="2400" dirty="0"/>
              <a:t>(e.g., signal threshold in the QRS detector).</a:t>
            </a:r>
            <a:endParaRPr kumimoji="0" lang="it-IT" altLang="it-IT"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91365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descr="cielo notturno con montagne all'orizzonte">
            <a:extLst>
              <a:ext uri="{FF2B5EF4-FFF2-40B4-BE49-F238E27FC236}">
                <a16:creationId xmlns:a16="http://schemas.microsoft.com/office/drawing/2014/main" id="{2739CFE1-3E46-48B5-9BDB-769492BA7A53}"/>
              </a:ext>
            </a:extLst>
          </p:cNvPr>
          <p:cNvPicPr>
            <a:picLocks noGrp="1" noChangeAspect="1"/>
          </p:cNvPicPr>
          <p:nvPr>
            <p:ph sz="half" idx="1"/>
          </p:nvPr>
        </p:nvPicPr>
        <p:blipFill rotWithShape="1">
          <a:blip r:embed="rId3"/>
          <a:srcRect t="4555" b="4555"/>
          <a:stretch/>
        </p:blipFill>
        <p:spPr>
          <a:xfrm>
            <a:off x="-600" y="-1226"/>
            <a:ext cx="12193200" cy="6860452"/>
          </a:xfrm>
          <a:custGeom>
            <a:avLst/>
            <a:gdLst/>
            <a:ahLst/>
            <a:cxnLst/>
            <a:rect l="l" t="t" r="r" b="b"/>
            <a:pathLst>
              <a:path w="12192000" h="6858000">
                <a:moveTo>
                  <a:pt x="6090347" y="706999"/>
                </a:moveTo>
                <a:cubicBezTo>
                  <a:pt x="4588386" y="706999"/>
                  <a:pt x="3370806" y="1924579"/>
                  <a:pt x="3370806" y="3426541"/>
                </a:cubicBezTo>
                <a:cubicBezTo>
                  <a:pt x="3370806" y="4928503"/>
                  <a:pt x="4588386" y="6146083"/>
                  <a:pt x="6090347" y="6146083"/>
                </a:cubicBezTo>
                <a:cubicBezTo>
                  <a:pt x="7592308" y="6146083"/>
                  <a:pt x="8809888" y="4928503"/>
                  <a:pt x="8809888" y="3426541"/>
                </a:cubicBezTo>
                <a:cubicBezTo>
                  <a:pt x="8809888" y="1924579"/>
                  <a:pt x="7592308" y="706999"/>
                  <a:pt x="6090347" y="706999"/>
                </a:cubicBezTo>
                <a:close/>
                <a:moveTo>
                  <a:pt x="6082303" y="247854"/>
                </a:moveTo>
                <a:cubicBezTo>
                  <a:pt x="7836802" y="247854"/>
                  <a:pt x="9259104" y="1671227"/>
                  <a:pt x="9259104" y="3427045"/>
                </a:cubicBezTo>
                <a:cubicBezTo>
                  <a:pt x="9259104" y="5182864"/>
                  <a:pt x="7836802" y="6606237"/>
                  <a:pt x="6082303" y="6606237"/>
                </a:cubicBezTo>
                <a:cubicBezTo>
                  <a:pt x="4327804" y="6606237"/>
                  <a:pt x="2905502" y="5182864"/>
                  <a:pt x="2905502" y="3427045"/>
                </a:cubicBezTo>
                <a:cubicBezTo>
                  <a:pt x="2905502" y="1671227"/>
                  <a:pt x="4327804" y="247854"/>
                  <a:pt x="6082303" y="247854"/>
                </a:cubicBezTo>
                <a:close/>
                <a:moveTo>
                  <a:pt x="9560257" y="0"/>
                </a:moveTo>
                <a:lnTo>
                  <a:pt x="12192000" y="0"/>
                </a:lnTo>
                <a:lnTo>
                  <a:pt x="12192000" y="6858000"/>
                </a:lnTo>
                <a:lnTo>
                  <a:pt x="9560255" y="6858000"/>
                </a:lnTo>
                <a:lnTo>
                  <a:pt x="9704262" y="6706843"/>
                </a:lnTo>
                <a:cubicBezTo>
                  <a:pt x="10490530" y="5841105"/>
                  <a:pt x="10969748" y="4691058"/>
                  <a:pt x="10969748" y="3428999"/>
                </a:cubicBezTo>
                <a:cubicBezTo>
                  <a:pt x="10969748" y="2166941"/>
                  <a:pt x="10490530" y="1016894"/>
                  <a:pt x="9704262" y="151155"/>
                </a:cubicBezTo>
                <a:close/>
                <a:moveTo>
                  <a:pt x="7947654" y="0"/>
                </a:moveTo>
                <a:lnTo>
                  <a:pt x="8099035" y="0"/>
                </a:lnTo>
                <a:lnTo>
                  <a:pt x="8158569" y="34257"/>
                </a:lnTo>
                <a:cubicBezTo>
                  <a:pt x="9305381" y="731601"/>
                  <a:pt x="10071441" y="1993601"/>
                  <a:pt x="10071441" y="3434659"/>
                </a:cubicBezTo>
                <a:cubicBezTo>
                  <a:pt x="10071441" y="4875717"/>
                  <a:pt x="9305381" y="6137716"/>
                  <a:pt x="8158569" y="6835060"/>
                </a:cubicBezTo>
                <a:lnTo>
                  <a:pt x="8118703" y="6858000"/>
                </a:lnTo>
                <a:lnTo>
                  <a:pt x="7923440" y="6858000"/>
                </a:lnTo>
                <a:lnTo>
                  <a:pt x="7938929" y="6850061"/>
                </a:lnTo>
                <a:cubicBezTo>
                  <a:pt x="9153123" y="6189975"/>
                  <a:pt x="9977382" y="4902579"/>
                  <a:pt x="9977382" y="3422520"/>
                </a:cubicBezTo>
                <a:cubicBezTo>
                  <a:pt x="9977382" y="2009739"/>
                  <a:pt x="9226353" y="772500"/>
                  <a:pt x="8102044" y="88839"/>
                </a:cubicBezTo>
                <a:close/>
                <a:moveTo>
                  <a:pt x="4097777" y="0"/>
                </a:moveTo>
                <a:lnTo>
                  <a:pt x="4216953" y="0"/>
                </a:lnTo>
                <a:lnTo>
                  <a:pt x="4062563" y="88839"/>
                </a:lnTo>
                <a:cubicBezTo>
                  <a:pt x="2938253" y="772500"/>
                  <a:pt x="2187224" y="2009739"/>
                  <a:pt x="2187224" y="3422520"/>
                </a:cubicBezTo>
                <a:cubicBezTo>
                  <a:pt x="2187224" y="4902579"/>
                  <a:pt x="3011483" y="6189975"/>
                  <a:pt x="4225677" y="6850061"/>
                </a:cubicBezTo>
                <a:lnTo>
                  <a:pt x="4241167" y="6858000"/>
                </a:lnTo>
                <a:lnTo>
                  <a:pt x="4078110" y="6858000"/>
                </a:lnTo>
                <a:lnTo>
                  <a:pt x="4038243" y="6835060"/>
                </a:lnTo>
                <a:cubicBezTo>
                  <a:pt x="2891431" y="6137716"/>
                  <a:pt x="2125371" y="4875717"/>
                  <a:pt x="2125371" y="3434659"/>
                </a:cubicBezTo>
                <a:cubicBezTo>
                  <a:pt x="2125371" y="1993601"/>
                  <a:pt x="2891431" y="731601"/>
                  <a:pt x="4038243" y="34257"/>
                </a:cubicBezTo>
                <a:close/>
                <a:moveTo>
                  <a:pt x="0" y="0"/>
                </a:moveTo>
                <a:lnTo>
                  <a:pt x="2636555" y="0"/>
                </a:lnTo>
                <a:lnTo>
                  <a:pt x="2492551" y="151155"/>
                </a:lnTo>
                <a:cubicBezTo>
                  <a:pt x="1706282" y="1016894"/>
                  <a:pt x="1227064" y="2166941"/>
                  <a:pt x="1227064" y="3428999"/>
                </a:cubicBezTo>
                <a:cubicBezTo>
                  <a:pt x="1227064" y="4691058"/>
                  <a:pt x="1706282" y="5841105"/>
                  <a:pt x="2492551" y="6706843"/>
                </a:cubicBezTo>
                <a:lnTo>
                  <a:pt x="2636557" y="6858000"/>
                </a:lnTo>
                <a:lnTo>
                  <a:pt x="0" y="6858000"/>
                </a:lnTo>
                <a:close/>
              </a:path>
            </a:pathLst>
          </a:custGeom>
          <a:ln w="60325" cmpd="dbl">
            <a:solidFill>
              <a:schemeClr val="tx1">
                <a:alpha val="40000"/>
              </a:schemeClr>
            </a:solidFill>
          </a:ln>
        </p:spPr>
      </p:pic>
      <p:graphicFrame>
        <p:nvGraphicFramePr>
          <p:cNvPr id="5" name="Segnaposto contenuto 4" descr="Elemento grafico SmartArt">
            <a:extLst>
              <a:ext uri="{FF2B5EF4-FFF2-40B4-BE49-F238E27FC236}">
                <a16:creationId xmlns:a16="http://schemas.microsoft.com/office/drawing/2014/main" id="{21A182E9-AC38-4344-9247-5AB4B8F03A26}"/>
              </a:ext>
            </a:extLst>
          </p:cNvPr>
          <p:cNvGraphicFramePr>
            <a:graphicFrameLocks noGrp="1"/>
          </p:cNvGraphicFramePr>
          <p:nvPr>
            <p:ph sz="half" idx="2"/>
            <p:extLst>
              <p:ext uri="{D42A27DB-BD31-4B8C-83A1-F6EECF244321}">
                <p14:modId xmlns:p14="http://schemas.microsoft.com/office/powerpoint/2010/main" val="20448496"/>
              </p:ext>
            </p:extLst>
          </p:nvPr>
        </p:nvGraphicFramePr>
        <p:xfrm>
          <a:off x="1879620" y="1719374"/>
          <a:ext cx="8432760" cy="44143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olo 1">
            <a:extLst>
              <a:ext uri="{FF2B5EF4-FFF2-40B4-BE49-F238E27FC236}">
                <a16:creationId xmlns:a16="http://schemas.microsoft.com/office/drawing/2014/main" id="{144E241E-3110-4B1C-B9B0-F17B90FEEC1D}"/>
              </a:ext>
            </a:extLst>
          </p:cNvPr>
          <p:cNvSpPr>
            <a:spLocks noGrp="1"/>
          </p:cNvSpPr>
          <p:nvPr>
            <p:ph type="title"/>
          </p:nvPr>
        </p:nvSpPr>
        <p:spPr>
          <a:xfrm>
            <a:off x="1138136" y="229861"/>
            <a:ext cx="10379413" cy="1278467"/>
          </a:xfrm>
        </p:spPr>
        <p:txBody>
          <a:bodyPr vert="horz" lIns="91440" tIns="45720" rIns="91440" bIns="45720" rtlCol="0" anchor="ctr">
            <a:normAutofit/>
          </a:bodyPr>
          <a:lstStyle/>
          <a:p>
            <a:pPr algn="ctr" rtl="0"/>
            <a:r>
              <a:rPr lang="it-IT" b="1" dirty="0" err="1"/>
              <a:t>ANOther</a:t>
            </a:r>
            <a:r>
              <a:rPr lang="it-IT" b="1" dirty="0"/>
              <a:t> </a:t>
            </a:r>
            <a:r>
              <a:rPr lang="it-IT" b="1" dirty="0" err="1"/>
              <a:t>implemented</a:t>
            </a:r>
            <a:r>
              <a:rPr lang="it-IT" b="1" dirty="0"/>
              <a:t> step </a:t>
            </a:r>
            <a:r>
              <a:rPr lang="it-IT" b="1" dirty="0" err="1"/>
              <a:t>but</a:t>
            </a:r>
            <a:r>
              <a:rPr lang="it-IT" b="1" dirty="0"/>
              <a:t> </a:t>
            </a:r>
            <a:r>
              <a:rPr lang="it-IT" b="1" dirty="0" err="1"/>
              <a:t>not</a:t>
            </a:r>
            <a:r>
              <a:rPr lang="it-IT" b="1" dirty="0"/>
              <a:t> </a:t>
            </a:r>
            <a:r>
              <a:rPr lang="it-IT" b="1" dirty="0" err="1"/>
              <a:t>used</a:t>
            </a:r>
            <a:endParaRPr lang="it-IT" b="1" dirty="0"/>
          </a:p>
        </p:txBody>
      </p:sp>
      <p:pic>
        <p:nvPicPr>
          <p:cNvPr id="7" name="Immagine 6">
            <a:extLst>
              <a:ext uri="{FF2B5EF4-FFF2-40B4-BE49-F238E27FC236}">
                <a16:creationId xmlns:a16="http://schemas.microsoft.com/office/drawing/2014/main" id="{B694AEEA-922C-AA7D-DCFD-2519B2DD7B18}"/>
              </a:ext>
            </a:extLst>
          </p:cNvPr>
          <p:cNvPicPr>
            <a:picLocks noChangeAspect="1"/>
          </p:cNvPicPr>
          <p:nvPr/>
        </p:nvPicPr>
        <p:blipFill>
          <a:blip r:embed="rId9"/>
          <a:stretch>
            <a:fillRect/>
          </a:stretch>
        </p:blipFill>
        <p:spPr>
          <a:xfrm>
            <a:off x="7660324" y="3536008"/>
            <a:ext cx="3185470" cy="2955878"/>
          </a:xfrm>
          <a:prstGeom prst="ellipse">
            <a:avLst/>
          </a:prstGeom>
          <a:ln>
            <a:noFill/>
          </a:ln>
          <a:effectLst>
            <a:softEdge rad="112500"/>
          </a:effectLst>
        </p:spPr>
      </p:pic>
      <p:sp>
        <p:nvSpPr>
          <p:cNvPr id="8" name="Ovale 7">
            <a:extLst>
              <a:ext uri="{FF2B5EF4-FFF2-40B4-BE49-F238E27FC236}">
                <a16:creationId xmlns:a16="http://schemas.microsoft.com/office/drawing/2014/main" id="{C5B15D1F-B54A-A43A-5AF2-1107CCB2AF4D}"/>
              </a:ext>
            </a:extLst>
          </p:cNvPr>
          <p:cNvSpPr/>
          <p:nvPr/>
        </p:nvSpPr>
        <p:spPr>
          <a:xfrm>
            <a:off x="4261042" y="5027696"/>
            <a:ext cx="759531" cy="759714"/>
          </a:xfrm>
          <a:prstGeom prst="ellipse">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it-IT"/>
          </a:p>
        </p:txBody>
      </p:sp>
    </p:spTree>
    <p:extLst>
      <p:ext uri="{BB962C8B-B14F-4D97-AF65-F5344CB8AC3E}">
        <p14:creationId xmlns:p14="http://schemas.microsoft.com/office/powerpoint/2010/main" val="1974828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punti luminosi">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D44BCB7C-A6FC-4118-9027-468ECFDE6455}"/>
              </a:ext>
            </a:extLst>
          </p:cNvPr>
          <p:cNvSpPr>
            <a:spLocks noGrp="1"/>
          </p:cNvSpPr>
          <p:nvPr>
            <p:ph type="ctrTitle"/>
          </p:nvPr>
        </p:nvSpPr>
        <p:spPr>
          <a:xfrm>
            <a:off x="5567680" y="2573867"/>
            <a:ext cx="5592445" cy="2421464"/>
          </a:xfrm>
        </p:spPr>
        <p:txBody>
          <a:bodyPr rtlCol="0">
            <a:normAutofit/>
          </a:bodyPr>
          <a:lstStyle/>
          <a:p>
            <a:pPr rtl="0"/>
            <a:r>
              <a:rPr lang="it-IT" dirty="0"/>
              <a:t>THANK </a:t>
            </a:r>
            <a:r>
              <a:rPr lang="it-IT" dirty="0" err="1"/>
              <a:t>YoU</a:t>
            </a:r>
            <a:r>
              <a:rPr lang="it-IT" dirty="0"/>
              <a:t> FOR Your ATTENTION!</a:t>
            </a:r>
          </a:p>
        </p:txBody>
      </p:sp>
    </p:spTree>
    <p:extLst>
      <p:ext uri="{BB962C8B-B14F-4D97-AF65-F5344CB8AC3E}">
        <p14:creationId xmlns:p14="http://schemas.microsoft.com/office/powerpoint/2010/main" val="2939930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e">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ffice_50521437_TF22566005_Win32" id="{50DB357A-774B-42DC-941C-6DF535CC7A35}" vid="{A1B69B28-18FC-48AF-9C8E-A993104A834B}"/>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3.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Design futuristico</Template>
  <TotalTime>756</TotalTime>
  <Words>664</Words>
  <Application>Microsoft Office PowerPoint</Application>
  <PresentationFormat>Widescreen</PresentationFormat>
  <Paragraphs>113</Paragraphs>
  <Slides>19</Slides>
  <Notes>19</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19</vt:i4>
      </vt:variant>
    </vt:vector>
  </HeadingPairs>
  <TitlesOfParts>
    <vt:vector size="26" baseType="lpstr">
      <vt:lpstr>Arial</vt:lpstr>
      <vt:lpstr>Arial Unicode MS</vt:lpstr>
      <vt:lpstr>Calibri</vt:lpstr>
      <vt:lpstr>Calibri Light</vt:lpstr>
      <vt:lpstr>Cambria Math</vt:lpstr>
      <vt:lpstr>Wingdings</vt:lpstr>
      <vt:lpstr>Celestiale</vt:lpstr>
      <vt:lpstr>A ROBUST FETAL ECG DETECTION METHOD FOR ABDOMINAL RECORDINGS </vt:lpstr>
      <vt:lpstr>INTRODUCTION</vt:lpstr>
      <vt:lpstr>Why is fecg important? HOW IS IT DONE?</vt:lpstr>
      <vt:lpstr>METHODOLOGY</vt:lpstr>
      <vt:lpstr>APPROACH: SEQUENTIAL ANALYSIS (SA)</vt:lpstr>
      <vt:lpstr>FILTERING</vt:lpstr>
      <vt:lpstr>MQRS DETECTOR</vt:lpstr>
      <vt:lpstr>Presentazione standard di PowerPoint</vt:lpstr>
      <vt:lpstr>Presentazione standard di PowerPoint</vt:lpstr>
      <vt:lpstr>MQRS TEMPLATE</vt:lpstr>
      <vt:lpstr>MECG CANCELLER</vt:lpstr>
      <vt:lpstr>Presentazione standard di PowerPoint</vt:lpstr>
      <vt:lpstr>FQRS DETECTOR and fhr estimation - success</vt:lpstr>
      <vt:lpstr>FQRS DETECTOR and fhr estimation - FAILURE</vt:lpstr>
      <vt:lpstr>RESULTS AND CONCLUSIONS</vt:lpstr>
      <vt:lpstr>OVERALL RESULTS</vt:lpstr>
      <vt:lpstr>CONCLUSIONS</vt:lpstr>
      <vt:lpstr>ANOther implemented step but not used</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Valeria Stighezza</dc:creator>
  <cp:lastModifiedBy>Valeria Stighezza</cp:lastModifiedBy>
  <cp:revision>15</cp:revision>
  <dcterms:created xsi:type="dcterms:W3CDTF">2024-07-07T13:55:06Z</dcterms:created>
  <dcterms:modified xsi:type="dcterms:W3CDTF">2024-07-09T14:22:30Z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